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4" r:id="rId4"/>
    <p:sldId id="270" r:id="rId5"/>
    <p:sldId id="259" r:id="rId6"/>
    <p:sldId id="258" r:id="rId7"/>
    <p:sldId id="262" r:id="rId8"/>
    <p:sldId id="271" r:id="rId9"/>
    <p:sldId id="260" r:id="rId10"/>
    <p:sldId id="274" r:id="rId11"/>
    <p:sldId id="273" r:id="rId12"/>
    <p:sldId id="27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36B518-C9B4-4089-A9B8-CD0225BE3749}" v="8" dt="2025-10-31T02:03:09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65" autoAdjust="0"/>
    <p:restoredTop sz="94660"/>
  </p:normalViewPr>
  <p:slideViewPr>
    <p:cSldViewPr>
      <p:cViewPr varScale="1">
        <p:scale>
          <a:sx n="51" d="100"/>
          <a:sy n="51" d="100"/>
        </p:scale>
        <p:origin x="1656" y="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a Lopez Rodriguez" userId="1c99aab2-8c79-43f6-97de-5bea52738ba7" providerId="ADAL" clId="{C307F8A6-A46F-4428-92AF-C0671861846B}"/>
    <pc:docChg chg="undo redo custSel mod addSld delSld modSld sldOrd modMainMaster addSection delSection">
      <pc:chgData name="Claudia Lopez Rodriguez" userId="1c99aab2-8c79-43f6-97de-5bea52738ba7" providerId="ADAL" clId="{C307F8A6-A46F-4428-92AF-C0671861846B}" dt="2025-10-31T02:03:30.774" v="898" actId="20577"/>
      <pc:docMkLst>
        <pc:docMk/>
      </pc:docMkLst>
      <pc:sldChg chg="addSp delSp modSp mod setBg">
        <pc:chgData name="Claudia Lopez Rodriguez" userId="1c99aab2-8c79-43f6-97de-5bea52738ba7" providerId="ADAL" clId="{C307F8A6-A46F-4428-92AF-C0671861846B}" dt="2025-10-29T16:19:51.193" v="812" actId="403"/>
        <pc:sldMkLst>
          <pc:docMk/>
          <pc:sldMk cId="1905915387" sldId="256"/>
        </pc:sldMkLst>
        <pc:spChg chg="mod">
          <ac:chgData name="Claudia Lopez Rodriguez" userId="1c99aab2-8c79-43f6-97de-5bea52738ba7" providerId="ADAL" clId="{C307F8A6-A46F-4428-92AF-C0671861846B}" dt="2025-10-29T16:19:51.193" v="812" actId="403"/>
          <ac:spMkLst>
            <pc:docMk/>
            <pc:sldMk cId="1905915387" sldId="256"/>
            <ac:spMk id="2" creationId="{00000000-0000-0000-0000-000000000000}"/>
          </ac:spMkLst>
        </pc:spChg>
        <pc:spChg chg="add del">
          <ac:chgData name="Claudia Lopez Rodriguez" userId="1c99aab2-8c79-43f6-97de-5bea52738ba7" providerId="ADAL" clId="{C307F8A6-A46F-4428-92AF-C0671861846B}" dt="2025-10-29T14:42:47.809" v="14" actId="26606"/>
          <ac:spMkLst>
            <pc:docMk/>
            <pc:sldMk cId="1905915387" sldId="256"/>
            <ac:spMk id="25" creationId="{A3363022-C969-41E9-8EB2-E4C94908C1FA}"/>
          </ac:spMkLst>
        </pc:spChg>
        <pc:spChg chg="add del">
          <ac:chgData name="Claudia Lopez Rodriguez" userId="1c99aab2-8c79-43f6-97de-5bea52738ba7" providerId="ADAL" clId="{C307F8A6-A46F-4428-92AF-C0671861846B}" dt="2025-10-29T14:42:47.809" v="14" actId="26606"/>
          <ac:spMkLst>
            <pc:docMk/>
            <pc:sldMk cId="1905915387" sldId="256"/>
            <ac:spMk id="27" creationId="{8D1AD6B3-BE88-4CEB-BA17-790657CC4729}"/>
          </ac:spMkLst>
        </pc:spChg>
        <pc:grpChg chg="add del">
          <ac:chgData name="Claudia Lopez Rodriguez" userId="1c99aab2-8c79-43f6-97de-5bea52738ba7" providerId="ADAL" clId="{C307F8A6-A46F-4428-92AF-C0671861846B}" dt="2025-10-29T14:42:47.809" v="14" actId="26606"/>
          <ac:grpSpMkLst>
            <pc:docMk/>
            <pc:sldMk cId="1905915387" sldId="256"/>
            <ac:grpSpMk id="29" creationId="{89D1390B-7E13-4B4F-9CB2-391063412E54}"/>
          </ac:grpSpMkLst>
        </pc:grpChg>
        <pc:picChg chg="mod">
          <ac:chgData name="Claudia Lopez Rodriguez" userId="1c99aab2-8c79-43f6-97de-5bea52738ba7" providerId="ADAL" clId="{C307F8A6-A46F-4428-92AF-C0671861846B}" dt="2025-10-29T14:42:47.809" v="14" actId="26606"/>
          <ac:picMkLst>
            <pc:docMk/>
            <pc:sldMk cId="1905915387" sldId="256"/>
            <ac:picMk id="4" creationId="{00000000-0000-0000-0000-000000000000}"/>
          </ac:picMkLst>
        </pc:picChg>
      </pc:sldChg>
      <pc:sldChg chg="addSp delSp modSp mod setBg">
        <pc:chgData name="Claudia Lopez Rodriguez" userId="1c99aab2-8c79-43f6-97de-5bea52738ba7" providerId="ADAL" clId="{C307F8A6-A46F-4428-92AF-C0671861846B}" dt="2025-10-29T16:21:49.918" v="833" actId="403"/>
        <pc:sldMkLst>
          <pc:docMk/>
          <pc:sldMk cId="432281260" sldId="257"/>
        </pc:sldMkLst>
        <pc:spChg chg="mod">
          <ac:chgData name="Claudia Lopez Rodriguez" userId="1c99aab2-8c79-43f6-97de-5bea52738ba7" providerId="ADAL" clId="{C307F8A6-A46F-4428-92AF-C0671861846B}" dt="2025-10-29T16:19:56.966" v="814" actId="403"/>
          <ac:spMkLst>
            <pc:docMk/>
            <pc:sldMk cId="432281260" sldId="257"/>
            <ac:spMk id="2" creationId="{00000000-0000-0000-0000-000000000000}"/>
          </ac:spMkLst>
        </pc:spChg>
        <pc:spChg chg="mod">
          <ac:chgData name="Claudia Lopez Rodriguez" userId="1c99aab2-8c79-43f6-97de-5bea52738ba7" providerId="ADAL" clId="{C307F8A6-A46F-4428-92AF-C0671861846B}" dt="2025-10-29T16:21:49.918" v="833" actId="403"/>
          <ac:spMkLst>
            <pc:docMk/>
            <pc:sldMk cId="432281260" sldId="257"/>
            <ac:spMk id="3" creationId="{00000000-0000-0000-0000-000000000000}"/>
          </ac:spMkLst>
        </pc:spChg>
        <pc:spChg chg="add">
          <ac:chgData name="Claudia Lopez Rodriguez" userId="1c99aab2-8c79-43f6-97de-5bea52738ba7" providerId="ADAL" clId="{C307F8A6-A46F-4428-92AF-C0671861846B}" dt="2025-10-29T14:43:30.638" v="17" actId="26606"/>
          <ac:spMkLst>
            <pc:docMk/>
            <pc:sldMk cId="432281260" sldId="257"/>
            <ac:spMk id="47" creationId="{FA3C7DEA-BCC2-4295-8850-147993296189}"/>
          </ac:spMkLst>
        </pc:spChg>
        <pc:spChg chg="add">
          <ac:chgData name="Claudia Lopez Rodriguez" userId="1c99aab2-8c79-43f6-97de-5bea52738ba7" providerId="ADAL" clId="{C307F8A6-A46F-4428-92AF-C0671861846B}" dt="2025-10-29T14:43:30.638" v="17" actId="26606"/>
          <ac:spMkLst>
            <pc:docMk/>
            <pc:sldMk cId="432281260" sldId="257"/>
            <ac:spMk id="48" creationId="{C289949D-B9F6-468A-86FE-2694DC5AE773}"/>
          </ac:spMkLst>
        </pc:spChg>
        <pc:grpChg chg="add">
          <ac:chgData name="Claudia Lopez Rodriguez" userId="1c99aab2-8c79-43f6-97de-5bea52738ba7" providerId="ADAL" clId="{C307F8A6-A46F-4428-92AF-C0671861846B}" dt="2025-10-29T14:43:30.638" v="17" actId="26606"/>
          <ac:grpSpMkLst>
            <pc:docMk/>
            <pc:sldMk cId="432281260" sldId="257"/>
            <ac:grpSpMk id="49" creationId="{E4DF0958-0C87-4C28-9554-2FADC788C2B1}"/>
          </ac:grpSpMkLst>
        </pc:grpChg>
      </pc:sldChg>
      <pc:sldChg chg="modSp mod">
        <pc:chgData name="Claudia Lopez Rodriguez" userId="1c99aab2-8c79-43f6-97de-5bea52738ba7" providerId="ADAL" clId="{C307F8A6-A46F-4428-92AF-C0671861846B}" dt="2025-10-29T16:20:32.104" v="821" actId="207"/>
        <pc:sldMkLst>
          <pc:docMk/>
          <pc:sldMk cId="2916819951" sldId="258"/>
        </pc:sldMkLst>
        <pc:spChg chg="mod">
          <ac:chgData name="Claudia Lopez Rodriguez" userId="1c99aab2-8c79-43f6-97de-5bea52738ba7" providerId="ADAL" clId="{C307F8A6-A46F-4428-92AF-C0671861846B}" dt="2025-10-29T16:20:32.104" v="821" actId="207"/>
          <ac:spMkLst>
            <pc:docMk/>
            <pc:sldMk cId="2916819951" sldId="258"/>
            <ac:spMk id="2" creationId="{00000000-0000-0000-0000-000000000000}"/>
          </ac:spMkLst>
        </pc:spChg>
      </pc:sldChg>
      <pc:sldChg chg="modSp mod ord">
        <pc:chgData name="Claudia Lopez Rodriguez" userId="1c99aab2-8c79-43f6-97de-5bea52738ba7" providerId="ADAL" clId="{C307F8A6-A46F-4428-92AF-C0671861846B}" dt="2025-10-29T16:20:27.071" v="819" actId="1076"/>
        <pc:sldMkLst>
          <pc:docMk/>
          <pc:sldMk cId="505305856" sldId="259"/>
        </pc:sldMkLst>
        <pc:spChg chg="mod">
          <ac:chgData name="Claudia Lopez Rodriguez" userId="1c99aab2-8c79-43f6-97de-5bea52738ba7" providerId="ADAL" clId="{C307F8A6-A46F-4428-92AF-C0671861846B}" dt="2025-10-29T16:20:27.071" v="819" actId="1076"/>
          <ac:spMkLst>
            <pc:docMk/>
            <pc:sldMk cId="505305856" sldId="259"/>
            <ac:spMk id="2" creationId="{00000000-0000-0000-0000-000000000000}"/>
          </ac:spMkLst>
        </pc:spChg>
        <pc:spChg chg="mod">
          <ac:chgData name="Claudia Lopez Rodriguez" userId="1c99aab2-8c79-43f6-97de-5bea52738ba7" providerId="ADAL" clId="{C307F8A6-A46F-4428-92AF-C0671861846B}" dt="2025-10-29T16:19:24.878" v="804" actId="1036"/>
          <ac:spMkLst>
            <pc:docMk/>
            <pc:sldMk cId="505305856" sldId="259"/>
            <ac:spMk id="5" creationId="{00000000-0000-0000-0000-000000000000}"/>
          </ac:spMkLst>
        </pc:spChg>
        <pc:spChg chg="mod">
          <ac:chgData name="Claudia Lopez Rodriguez" userId="1c99aab2-8c79-43f6-97de-5bea52738ba7" providerId="ADAL" clId="{C307F8A6-A46F-4428-92AF-C0671861846B}" dt="2025-10-29T16:19:24.878" v="804" actId="1036"/>
          <ac:spMkLst>
            <pc:docMk/>
            <pc:sldMk cId="505305856" sldId="259"/>
            <ac:spMk id="15" creationId="{00000000-0000-0000-0000-000000000000}"/>
          </ac:spMkLst>
        </pc:spChg>
        <pc:spChg chg="mod">
          <ac:chgData name="Claudia Lopez Rodriguez" userId="1c99aab2-8c79-43f6-97de-5bea52738ba7" providerId="ADAL" clId="{C307F8A6-A46F-4428-92AF-C0671861846B}" dt="2025-10-29T16:19:24.878" v="804" actId="1036"/>
          <ac:spMkLst>
            <pc:docMk/>
            <pc:sldMk cId="505305856" sldId="259"/>
            <ac:spMk id="16" creationId="{00000000-0000-0000-0000-000000000000}"/>
          </ac:spMkLst>
        </pc:spChg>
        <pc:spChg chg="mod">
          <ac:chgData name="Claudia Lopez Rodriguez" userId="1c99aab2-8c79-43f6-97de-5bea52738ba7" providerId="ADAL" clId="{C307F8A6-A46F-4428-92AF-C0671861846B}" dt="2025-10-29T16:19:24.878" v="804" actId="1036"/>
          <ac:spMkLst>
            <pc:docMk/>
            <pc:sldMk cId="505305856" sldId="259"/>
            <ac:spMk id="19" creationId="{00000000-0000-0000-0000-000000000000}"/>
          </ac:spMkLst>
        </pc:spChg>
        <pc:spChg chg="mod">
          <ac:chgData name="Claudia Lopez Rodriguez" userId="1c99aab2-8c79-43f6-97de-5bea52738ba7" providerId="ADAL" clId="{C307F8A6-A46F-4428-92AF-C0671861846B}" dt="2025-10-29T16:19:24.878" v="804" actId="1036"/>
          <ac:spMkLst>
            <pc:docMk/>
            <pc:sldMk cId="505305856" sldId="259"/>
            <ac:spMk id="20" creationId="{00000000-0000-0000-0000-000000000000}"/>
          </ac:spMkLst>
        </pc:spChg>
        <pc:picChg chg="mod">
          <ac:chgData name="Claudia Lopez Rodriguez" userId="1c99aab2-8c79-43f6-97de-5bea52738ba7" providerId="ADAL" clId="{C307F8A6-A46F-4428-92AF-C0671861846B}" dt="2025-10-29T16:19:24.878" v="804" actId="1036"/>
          <ac:picMkLst>
            <pc:docMk/>
            <pc:sldMk cId="505305856" sldId="259"/>
            <ac:picMk id="4" creationId="{00000000-0000-0000-0000-000000000000}"/>
          </ac:picMkLst>
        </pc:picChg>
        <pc:picChg chg="mod">
          <ac:chgData name="Claudia Lopez Rodriguez" userId="1c99aab2-8c79-43f6-97de-5bea52738ba7" providerId="ADAL" clId="{C307F8A6-A46F-4428-92AF-C0671861846B}" dt="2025-10-29T16:19:24.878" v="804" actId="1036"/>
          <ac:picMkLst>
            <pc:docMk/>
            <pc:sldMk cId="505305856" sldId="259"/>
            <ac:picMk id="8" creationId="{00000000-0000-0000-0000-000000000000}"/>
          </ac:picMkLst>
        </pc:picChg>
        <pc:picChg chg="mod">
          <ac:chgData name="Claudia Lopez Rodriguez" userId="1c99aab2-8c79-43f6-97de-5bea52738ba7" providerId="ADAL" clId="{C307F8A6-A46F-4428-92AF-C0671861846B}" dt="2025-10-29T16:19:24.878" v="804" actId="1036"/>
          <ac:picMkLst>
            <pc:docMk/>
            <pc:sldMk cId="505305856" sldId="259"/>
            <ac:picMk id="9" creationId="{00000000-0000-0000-0000-000000000000}"/>
          </ac:picMkLst>
        </pc:picChg>
        <pc:picChg chg="mod">
          <ac:chgData name="Claudia Lopez Rodriguez" userId="1c99aab2-8c79-43f6-97de-5bea52738ba7" providerId="ADAL" clId="{C307F8A6-A46F-4428-92AF-C0671861846B}" dt="2025-10-29T16:19:24.878" v="804" actId="1036"/>
          <ac:picMkLst>
            <pc:docMk/>
            <pc:sldMk cId="505305856" sldId="259"/>
            <ac:picMk id="23" creationId="{00000000-0000-0000-0000-000000000000}"/>
          </ac:picMkLst>
        </pc:picChg>
        <pc:picChg chg="mod">
          <ac:chgData name="Claudia Lopez Rodriguez" userId="1c99aab2-8c79-43f6-97de-5bea52738ba7" providerId="ADAL" clId="{C307F8A6-A46F-4428-92AF-C0671861846B}" dt="2025-10-29T16:19:24.878" v="804" actId="1036"/>
          <ac:picMkLst>
            <pc:docMk/>
            <pc:sldMk cId="505305856" sldId="259"/>
            <ac:picMk id="2052" creationId="{00000000-0000-0000-0000-000000000000}"/>
          </ac:picMkLst>
        </pc:picChg>
      </pc:sldChg>
      <pc:sldChg chg="modSp mod">
        <pc:chgData name="Claudia Lopez Rodriguez" userId="1c99aab2-8c79-43f6-97de-5bea52738ba7" providerId="ADAL" clId="{C307F8A6-A46F-4428-92AF-C0671861846B}" dt="2025-10-29T16:24:13.376" v="843" actId="1076"/>
        <pc:sldMkLst>
          <pc:docMk/>
          <pc:sldMk cId="2745748495" sldId="260"/>
        </pc:sldMkLst>
        <pc:spChg chg="mod">
          <ac:chgData name="Claudia Lopez Rodriguez" userId="1c99aab2-8c79-43f6-97de-5bea52738ba7" providerId="ADAL" clId="{C307F8A6-A46F-4428-92AF-C0671861846B}" dt="2025-10-29T16:20:47.611" v="826" actId="1076"/>
          <ac:spMkLst>
            <pc:docMk/>
            <pc:sldMk cId="2745748495" sldId="260"/>
            <ac:spMk id="2" creationId="{00000000-0000-0000-0000-000000000000}"/>
          </ac:spMkLst>
        </pc:spChg>
        <pc:spChg chg="mod">
          <ac:chgData name="Claudia Lopez Rodriguez" userId="1c99aab2-8c79-43f6-97de-5bea52738ba7" providerId="ADAL" clId="{C307F8A6-A46F-4428-92AF-C0671861846B}" dt="2025-10-29T16:21:07.800" v="830" actId="1035"/>
          <ac:spMkLst>
            <pc:docMk/>
            <pc:sldMk cId="2745748495" sldId="260"/>
            <ac:spMk id="5" creationId="{00000000-0000-0000-0000-000000000000}"/>
          </ac:spMkLst>
        </pc:spChg>
        <pc:spChg chg="mod">
          <ac:chgData name="Claudia Lopez Rodriguez" userId="1c99aab2-8c79-43f6-97de-5bea52738ba7" providerId="ADAL" clId="{C307F8A6-A46F-4428-92AF-C0671861846B}" dt="2025-10-29T16:21:07.800" v="830" actId="1035"/>
          <ac:spMkLst>
            <pc:docMk/>
            <pc:sldMk cId="2745748495" sldId="260"/>
            <ac:spMk id="11" creationId="{00000000-0000-0000-0000-000000000000}"/>
          </ac:spMkLst>
        </pc:spChg>
        <pc:spChg chg="mod">
          <ac:chgData name="Claudia Lopez Rodriguez" userId="1c99aab2-8c79-43f6-97de-5bea52738ba7" providerId="ADAL" clId="{C307F8A6-A46F-4428-92AF-C0671861846B}" dt="2025-10-29T16:21:07.800" v="830" actId="1035"/>
          <ac:spMkLst>
            <pc:docMk/>
            <pc:sldMk cId="2745748495" sldId="260"/>
            <ac:spMk id="13" creationId="{00000000-0000-0000-0000-000000000000}"/>
          </ac:spMkLst>
        </pc:spChg>
        <pc:spChg chg="mod">
          <ac:chgData name="Claudia Lopez Rodriguez" userId="1c99aab2-8c79-43f6-97de-5bea52738ba7" providerId="ADAL" clId="{C307F8A6-A46F-4428-92AF-C0671861846B}" dt="2025-10-29T16:21:07.800" v="830" actId="1035"/>
          <ac:spMkLst>
            <pc:docMk/>
            <pc:sldMk cId="2745748495" sldId="260"/>
            <ac:spMk id="16" creationId="{00000000-0000-0000-0000-000000000000}"/>
          </ac:spMkLst>
        </pc:spChg>
        <pc:spChg chg="mod">
          <ac:chgData name="Claudia Lopez Rodriguez" userId="1c99aab2-8c79-43f6-97de-5bea52738ba7" providerId="ADAL" clId="{C307F8A6-A46F-4428-92AF-C0671861846B}" dt="2025-10-29T16:21:07.800" v="830" actId="1035"/>
          <ac:spMkLst>
            <pc:docMk/>
            <pc:sldMk cId="2745748495" sldId="260"/>
            <ac:spMk id="19" creationId="{00000000-0000-0000-0000-000000000000}"/>
          </ac:spMkLst>
        </pc:spChg>
        <pc:picChg chg="mod">
          <ac:chgData name="Claudia Lopez Rodriguez" userId="1c99aab2-8c79-43f6-97de-5bea52738ba7" providerId="ADAL" clId="{C307F8A6-A46F-4428-92AF-C0671861846B}" dt="2025-10-29T16:24:03.899" v="842" actId="1076"/>
          <ac:picMkLst>
            <pc:docMk/>
            <pc:sldMk cId="2745748495" sldId="260"/>
            <ac:picMk id="3076" creationId="{00000000-0000-0000-0000-000000000000}"/>
          </ac:picMkLst>
        </pc:picChg>
        <pc:picChg chg="mod">
          <ac:chgData name="Claudia Lopez Rodriguez" userId="1c99aab2-8c79-43f6-97de-5bea52738ba7" providerId="ADAL" clId="{C307F8A6-A46F-4428-92AF-C0671861846B}" dt="2025-10-29T16:24:13.376" v="843" actId="1076"/>
          <ac:picMkLst>
            <pc:docMk/>
            <pc:sldMk cId="2745748495" sldId="260"/>
            <ac:picMk id="3078" creationId="{00000000-0000-0000-0000-000000000000}"/>
          </ac:picMkLst>
        </pc:picChg>
      </pc:sldChg>
      <pc:sldChg chg="addSp delSp modSp mod ord setBg">
        <pc:chgData name="Claudia Lopez Rodriguez" userId="1c99aab2-8c79-43f6-97de-5bea52738ba7" providerId="ADAL" clId="{C307F8A6-A46F-4428-92AF-C0671861846B}" dt="2025-10-29T16:23:04.539" v="839"/>
        <pc:sldMkLst>
          <pc:docMk/>
          <pc:sldMk cId="1511529919" sldId="261"/>
        </pc:sldMkLst>
      </pc:sldChg>
      <pc:sldChg chg="addSp delSp modSp add mod ord">
        <pc:chgData name="Claudia Lopez Rodriguez" userId="1c99aab2-8c79-43f6-97de-5bea52738ba7" providerId="ADAL" clId="{C307F8A6-A46F-4428-92AF-C0671861846B}" dt="2025-10-29T16:25:53.058" v="852" actId="26606"/>
        <pc:sldMkLst>
          <pc:docMk/>
          <pc:sldMk cId="874147256" sldId="262"/>
        </pc:sldMkLst>
        <pc:spChg chg="mod">
          <ac:chgData name="Claudia Lopez Rodriguez" userId="1c99aab2-8c79-43f6-97de-5bea52738ba7" providerId="ADAL" clId="{C307F8A6-A46F-4428-92AF-C0671861846B}" dt="2025-10-29T16:18:58.608" v="794" actId="207"/>
          <ac:spMkLst>
            <pc:docMk/>
            <pc:sldMk cId="874147256" sldId="262"/>
            <ac:spMk id="2" creationId="{FED01E24-08E2-3422-B277-71FC53D77B40}"/>
          </ac:spMkLst>
        </pc:spChg>
        <pc:spChg chg="add del mod">
          <ac:chgData name="Claudia Lopez Rodriguez" userId="1c99aab2-8c79-43f6-97de-5bea52738ba7" providerId="ADAL" clId="{C307F8A6-A46F-4428-92AF-C0671861846B}" dt="2025-10-29T14:49:41.439" v="624" actId="47"/>
          <ac:spMkLst>
            <pc:docMk/>
            <pc:sldMk cId="874147256" sldId="262"/>
            <ac:spMk id="3" creationId="{B6CE5F9D-85AE-CD14-E3FD-E47FD81E0BA6}"/>
          </ac:spMkLst>
        </pc:spChg>
        <pc:graphicFrameChg chg="add">
          <ac:chgData name="Claudia Lopez Rodriguez" userId="1c99aab2-8c79-43f6-97de-5bea52738ba7" providerId="ADAL" clId="{C307F8A6-A46F-4428-92AF-C0671861846B}" dt="2025-10-29T16:25:53.058" v="852" actId="26606"/>
          <ac:graphicFrameMkLst>
            <pc:docMk/>
            <pc:sldMk cId="874147256" sldId="262"/>
            <ac:graphicFrameMk id="12" creationId="{62802524-D3F3-6DC7-2473-1B1FBC5D91B0}"/>
          </ac:graphicFrameMkLst>
        </pc:graphicFrameChg>
      </pc:sldChg>
      <pc:sldChg chg="modSp add del mod">
        <pc:chgData name="Claudia Lopez Rodriguez" userId="1c99aab2-8c79-43f6-97de-5bea52738ba7" providerId="ADAL" clId="{C307F8A6-A46F-4428-92AF-C0671861846B}" dt="2025-10-29T14:53:34.431" v="671" actId="47"/>
        <pc:sldMkLst>
          <pc:docMk/>
          <pc:sldMk cId="1225025500" sldId="263"/>
        </pc:sldMkLst>
      </pc:sldChg>
      <pc:sldChg chg="addSp delSp modSp add del mod setBg delDesignElem">
        <pc:chgData name="Claudia Lopez Rodriguez" userId="1c99aab2-8c79-43f6-97de-5bea52738ba7" providerId="ADAL" clId="{C307F8A6-A46F-4428-92AF-C0671861846B}" dt="2025-10-29T14:52:13.852" v="657" actId="47"/>
        <pc:sldMkLst>
          <pc:docMk/>
          <pc:sldMk cId="4078202434" sldId="263"/>
        </pc:sldMkLst>
      </pc:sldChg>
      <pc:sldChg chg="modSp add mod">
        <pc:chgData name="Claudia Lopez Rodriguez" userId="1c99aab2-8c79-43f6-97de-5bea52738ba7" providerId="ADAL" clId="{C307F8A6-A46F-4428-92AF-C0671861846B}" dt="2025-10-31T02:01:37.887" v="868" actId="108"/>
        <pc:sldMkLst>
          <pc:docMk/>
          <pc:sldMk cId="226477686" sldId="264"/>
        </pc:sldMkLst>
        <pc:spChg chg="mod">
          <ac:chgData name="Claudia Lopez Rodriguez" userId="1c99aab2-8c79-43f6-97de-5bea52738ba7" providerId="ADAL" clId="{C307F8A6-A46F-4428-92AF-C0671861846B}" dt="2025-10-29T16:20:04.096" v="816" actId="403"/>
          <ac:spMkLst>
            <pc:docMk/>
            <pc:sldMk cId="226477686" sldId="264"/>
            <ac:spMk id="2" creationId="{6BBC97F1-9D5B-9685-23BE-A595433A3C18}"/>
          </ac:spMkLst>
        </pc:spChg>
        <pc:spChg chg="mod">
          <ac:chgData name="Claudia Lopez Rodriguez" userId="1c99aab2-8c79-43f6-97de-5bea52738ba7" providerId="ADAL" clId="{C307F8A6-A46F-4428-92AF-C0671861846B}" dt="2025-10-31T02:01:37.887" v="868" actId="108"/>
          <ac:spMkLst>
            <pc:docMk/>
            <pc:sldMk cId="226477686" sldId="264"/>
            <ac:spMk id="3" creationId="{0964FF1A-D0E6-5447-E612-CCCFA5175EDC}"/>
          </ac:spMkLst>
        </pc:spChg>
      </pc:sldChg>
      <pc:sldChg chg="delSp modSp add del mod setBg delDesignElem">
        <pc:chgData name="Claudia Lopez Rodriguez" userId="1c99aab2-8c79-43f6-97de-5bea52738ba7" providerId="ADAL" clId="{C307F8A6-A46F-4428-92AF-C0671861846B}" dt="2025-10-29T16:16:06.433" v="765" actId="47"/>
        <pc:sldMkLst>
          <pc:docMk/>
          <pc:sldMk cId="243685886" sldId="265"/>
        </pc:sldMkLst>
      </pc:sldChg>
      <pc:sldChg chg="modSp add del mod">
        <pc:chgData name="Claudia Lopez Rodriguez" userId="1c99aab2-8c79-43f6-97de-5bea52738ba7" providerId="ADAL" clId="{C307F8A6-A46F-4428-92AF-C0671861846B}" dt="2025-10-29T16:15:32.952" v="755" actId="47"/>
        <pc:sldMkLst>
          <pc:docMk/>
          <pc:sldMk cId="2242327101" sldId="266"/>
        </pc:sldMkLst>
      </pc:sldChg>
      <pc:sldChg chg="modSp add del mod">
        <pc:chgData name="Claudia Lopez Rodriguez" userId="1c99aab2-8c79-43f6-97de-5bea52738ba7" providerId="ADAL" clId="{C307F8A6-A46F-4428-92AF-C0671861846B}" dt="2025-10-29T16:17:19.160" v="784" actId="47"/>
        <pc:sldMkLst>
          <pc:docMk/>
          <pc:sldMk cId="3312452926" sldId="267"/>
        </pc:sldMkLst>
      </pc:sldChg>
      <pc:sldChg chg="modSp add del mod">
        <pc:chgData name="Claudia Lopez Rodriguez" userId="1c99aab2-8c79-43f6-97de-5bea52738ba7" providerId="ADAL" clId="{C307F8A6-A46F-4428-92AF-C0671861846B}" dt="2025-10-29T16:17:37.941" v="790" actId="47"/>
        <pc:sldMkLst>
          <pc:docMk/>
          <pc:sldMk cId="3506034778" sldId="268"/>
        </pc:sldMkLst>
      </pc:sldChg>
      <pc:sldChg chg="delSp modSp add del mod setBg delDesignElem">
        <pc:chgData name="Claudia Lopez Rodriguez" userId="1c99aab2-8c79-43f6-97de-5bea52738ba7" providerId="ADAL" clId="{C307F8A6-A46F-4428-92AF-C0671861846B}" dt="2025-10-29T16:15:32.161" v="754" actId="47"/>
        <pc:sldMkLst>
          <pc:docMk/>
          <pc:sldMk cId="1850352806" sldId="269"/>
        </pc:sldMkLst>
      </pc:sldChg>
      <pc:sldChg chg="modSp add mod">
        <pc:chgData name="Claudia Lopez Rodriguez" userId="1c99aab2-8c79-43f6-97de-5bea52738ba7" providerId="ADAL" clId="{C307F8A6-A46F-4428-92AF-C0671861846B}" dt="2025-10-31T02:01:47.680" v="874" actId="27636"/>
        <pc:sldMkLst>
          <pc:docMk/>
          <pc:sldMk cId="3175558206" sldId="270"/>
        </pc:sldMkLst>
        <pc:spChg chg="mod">
          <ac:chgData name="Claudia Lopez Rodriguez" userId="1c99aab2-8c79-43f6-97de-5bea52738ba7" providerId="ADAL" clId="{C307F8A6-A46F-4428-92AF-C0671861846B}" dt="2025-10-29T16:19:36.592" v="806" actId="403"/>
          <ac:spMkLst>
            <pc:docMk/>
            <pc:sldMk cId="3175558206" sldId="270"/>
            <ac:spMk id="2" creationId="{47080341-8755-B264-AA7E-6A4E84E7F30A}"/>
          </ac:spMkLst>
        </pc:spChg>
        <pc:spChg chg="mod">
          <ac:chgData name="Claudia Lopez Rodriguez" userId="1c99aab2-8c79-43f6-97de-5bea52738ba7" providerId="ADAL" clId="{C307F8A6-A46F-4428-92AF-C0671861846B}" dt="2025-10-31T02:01:47.680" v="874" actId="27636"/>
          <ac:spMkLst>
            <pc:docMk/>
            <pc:sldMk cId="3175558206" sldId="270"/>
            <ac:spMk id="3" creationId="{7B082CB6-85EB-6535-69A0-21CFC0AFB501}"/>
          </ac:spMkLst>
        </pc:spChg>
      </pc:sldChg>
      <pc:sldChg chg="add del">
        <pc:chgData name="Claudia Lopez Rodriguez" userId="1c99aab2-8c79-43f6-97de-5bea52738ba7" providerId="ADAL" clId="{C307F8A6-A46F-4428-92AF-C0671861846B}" dt="2025-10-29T16:15:52.483" v="761" actId="2696"/>
        <pc:sldMkLst>
          <pc:docMk/>
          <pc:sldMk cId="918714260" sldId="271"/>
        </pc:sldMkLst>
      </pc:sldChg>
      <pc:sldChg chg="modSp add del mod ord">
        <pc:chgData name="Claudia Lopez Rodriguez" userId="1c99aab2-8c79-43f6-97de-5bea52738ba7" providerId="ADAL" clId="{C307F8A6-A46F-4428-92AF-C0671861846B}" dt="2025-10-31T02:01:56.032" v="880" actId="27636"/>
        <pc:sldMkLst>
          <pc:docMk/>
          <pc:sldMk cId="1107334930" sldId="271"/>
        </pc:sldMkLst>
        <pc:spChg chg="mod">
          <ac:chgData name="Claudia Lopez Rodriguez" userId="1c99aab2-8c79-43f6-97de-5bea52738ba7" providerId="ADAL" clId="{C307F8A6-A46F-4428-92AF-C0671861846B}" dt="2025-10-29T16:20:36.713" v="823" actId="403"/>
          <ac:spMkLst>
            <pc:docMk/>
            <pc:sldMk cId="1107334930" sldId="271"/>
            <ac:spMk id="2" creationId="{ED6A1CAB-5732-4732-62D1-4684841CC8FA}"/>
          </ac:spMkLst>
        </pc:spChg>
        <pc:spChg chg="mod">
          <ac:chgData name="Claudia Lopez Rodriguez" userId="1c99aab2-8c79-43f6-97de-5bea52738ba7" providerId="ADAL" clId="{C307F8A6-A46F-4428-92AF-C0671861846B}" dt="2025-10-31T02:01:56.032" v="880" actId="27636"/>
          <ac:spMkLst>
            <pc:docMk/>
            <pc:sldMk cId="1107334930" sldId="271"/>
            <ac:spMk id="3" creationId="{F865FC93-596F-1CF2-5071-88135FD6F6CB}"/>
          </ac:spMkLst>
        </pc:spChg>
      </pc:sldChg>
      <pc:sldChg chg="delSp add del setBg delDesignElem">
        <pc:chgData name="Claudia Lopez Rodriguez" userId="1c99aab2-8c79-43f6-97de-5bea52738ba7" providerId="ADAL" clId="{C307F8A6-A46F-4428-92AF-C0671861846B}" dt="2025-10-29T16:16:05.223" v="764" actId="47"/>
        <pc:sldMkLst>
          <pc:docMk/>
          <pc:sldMk cId="2304370957" sldId="271"/>
        </pc:sldMkLst>
      </pc:sldChg>
      <pc:sldChg chg="addSp delSp add del setBg delDesignElem">
        <pc:chgData name="Claudia Lopez Rodriguez" userId="1c99aab2-8c79-43f6-97de-5bea52738ba7" providerId="ADAL" clId="{C307F8A6-A46F-4428-92AF-C0671861846B}" dt="2025-10-29T16:16:25.225" v="772"/>
        <pc:sldMkLst>
          <pc:docMk/>
          <pc:sldMk cId="3255136152" sldId="271"/>
        </pc:sldMkLst>
      </pc:sldChg>
      <pc:sldChg chg="modSp add mod ord">
        <pc:chgData name="Claudia Lopez Rodriguez" userId="1c99aab2-8c79-43f6-97de-5bea52738ba7" providerId="ADAL" clId="{C307F8A6-A46F-4428-92AF-C0671861846B}" dt="2025-10-31T02:03:10.193" v="893" actId="27636"/>
        <pc:sldMkLst>
          <pc:docMk/>
          <pc:sldMk cId="1464348098" sldId="272"/>
        </pc:sldMkLst>
        <pc:spChg chg="mod">
          <ac:chgData name="Claudia Lopez Rodriguez" userId="1c99aab2-8c79-43f6-97de-5bea52738ba7" providerId="ADAL" clId="{C307F8A6-A46F-4428-92AF-C0671861846B}" dt="2025-10-29T16:21:24.782" v="832" actId="403"/>
          <ac:spMkLst>
            <pc:docMk/>
            <pc:sldMk cId="1464348098" sldId="272"/>
            <ac:spMk id="2" creationId="{2194B7CC-688F-5693-8D85-0B95AD51B45A}"/>
          </ac:spMkLst>
        </pc:spChg>
        <pc:spChg chg="mod">
          <ac:chgData name="Claudia Lopez Rodriguez" userId="1c99aab2-8c79-43f6-97de-5bea52738ba7" providerId="ADAL" clId="{C307F8A6-A46F-4428-92AF-C0671861846B}" dt="2025-10-31T02:03:10.193" v="893" actId="27636"/>
          <ac:spMkLst>
            <pc:docMk/>
            <pc:sldMk cId="1464348098" sldId="272"/>
            <ac:spMk id="3" creationId="{091514B4-C2D9-51E0-AB41-93E55DBE2D50}"/>
          </ac:spMkLst>
        </pc:spChg>
      </pc:sldChg>
      <pc:sldChg chg="modSp mod">
        <pc:chgData name="Claudia Lopez Rodriguez" userId="1c99aab2-8c79-43f6-97de-5bea52738ba7" providerId="ADAL" clId="{C307F8A6-A46F-4428-92AF-C0671861846B}" dt="2025-10-31T02:03:30.774" v="898" actId="20577"/>
        <pc:sldMkLst>
          <pc:docMk/>
          <pc:sldMk cId="1516424178" sldId="273"/>
        </pc:sldMkLst>
        <pc:spChg chg="mod">
          <ac:chgData name="Claudia Lopez Rodriguez" userId="1c99aab2-8c79-43f6-97de-5bea52738ba7" providerId="ADAL" clId="{C307F8A6-A46F-4428-92AF-C0671861846B}" dt="2025-10-31T02:03:30.774" v="898" actId="20577"/>
          <ac:spMkLst>
            <pc:docMk/>
            <pc:sldMk cId="1516424178" sldId="273"/>
            <ac:spMk id="3" creationId="{F865FC93-596F-1CF2-5071-88135FD6F6CB}"/>
          </ac:spMkLst>
        </pc:spChg>
      </pc:sldChg>
      <pc:sldChg chg="modSp add mod ord">
        <pc:chgData name="Claudia Lopez Rodriguez" userId="1c99aab2-8c79-43f6-97de-5bea52738ba7" providerId="ADAL" clId="{C307F8A6-A46F-4428-92AF-C0671861846B}" dt="2025-10-31T02:02:42.386" v="887"/>
        <pc:sldMkLst>
          <pc:docMk/>
          <pc:sldMk cId="1288155864" sldId="274"/>
        </pc:sldMkLst>
        <pc:spChg chg="mod">
          <ac:chgData name="Claudia Lopez Rodriguez" userId="1c99aab2-8c79-43f6-97de-5bea52738ba7" providerId="ADAL" clId="{C307F8A6-A46F-4428-92AF-C0671861846B}" dt="2025-10-31T02:02:37.841" v="885" actId="108"/>
          <ac:spMkLst>
            <pc:docMk/>
            <pc:sldMk cId="1288155864" sldId="274"/>
            <ac:spMk id="3" creationId="{43FD6887-4431-BAA8-7CC7-61B387EB8718}"/>
          </ac:spMkLst>
        </pc:spChg>
      </pc:sldChg>
      <pc:sldMasterChg chg="addSp mod">
        <pc:chgData name="Claudia Lopez Rodriguez" userId="1c99aab2-8c79-43f6-97de-5bea52738ba7" providerId="ADAL" clId="{C307F8A6-A46F-4428-92AF-C0671861846B}" dt="2025-10-29T14:23:49.713" v="1" actId="33475"/>
        <pc:sldMasterMkLst>
          <pc:docMk/>
          <pc:sldMasterMk cId="3969372569" sldId="2147483648"/>
        </pc:sldMasterMkLst>
        <pc:spChg chg="add">
          <ac:chgData name="Claudia Lopez Rodriguez" userId="1c99aab2-8c79-43f6-97de-5bea52738ba7" providerId="ADAL" clId="{C307F8A6-A46F-4428-92AF-C0671861846B}" dt="2025-10-29T14:23:49.713" v="1" actId="33475"/>
          <ac:spMkLst>
            <pc:docMk/>
            <pc:sldMasterMk cId="3969372569" sldId="2147483648"/>
            <ac:spMk id="8" creationId="{3A583737-609B-9904-BCC0-2ABE33B503E5}"/>
          </ac:spMkLst>
        </pc:sp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D90F8C-6B9E-44AE-A2AB-36C816C43D2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892DD9-D0FA-4A26-A00B-024F35CC5F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Multi- agent workflow </a:t>
          </a:r>
          <a:r>
            <a:rPr lang="en-US" dirty="0"/>
            <a:t>implemented using </a:t>
          </a:r>
          <a:r>
            <a:rPr lang="en-US" dirty="0" err="1"/>
            <a:t>LangGraph</a:t>
          </a:r>
          <a:r>
            <a:rPr lang="en-US" dirty="0"/>
            <a:t> for advanced orchestration</a:t>
          </a:r>
        </a:p>
      </dgm:t>
    </dgm:pt>
    <dgm:pt modelId="{AD61EF2A-2DC9-4C0A-AEE8-D0350BB2793B}" type="parTrans" cxnId="{9B9CE542-9F7E-46C3-A1BD-CB17C1EFA67C}">
      <dgm:prSet/>
      <dgm:spPr/>
      <dgm:t>
        <a:bodyPr/>
        <a:lstStyle/>
        <a:p>
          <a:endParaRPr lang="en-US"/>
        </a:p>
      </dgm:t>
    </dgm:pt>
    <dgm:pt modelId="{3A292ED1-4512-4088-9F52-67A973FB8F57}" type="sibTrans" cxnId="{9B9CE542-9F7E-46C3-A1BD-CB17C1EFA67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5E84CA-8AC8-4663-B800-3DBBBE7689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Amazon Bedrock LLM</a:t>
          </a:r>
          <a:r>
            <a:rPr lang="en-US" dirty="0"/>
            <a:t> </a:t>
          </a:r>
        </a:p>
        <a:p>
          <a:pPr>
            <a:lnSpc>
              <a:spcPct val="100000"/>
            </a:lnSpc>
          </a:pPr>
          <a:r>
            <a:rPr lang="en-US" dirty="0"/>
            <a:t>with enhanced callback integration for better tracing</a:t>
          </a:r>
        </a:p>
      </dgm:t>
    </dgm:pt>
    <dgm:pt modelId="{8F071BDE-19C9-4ADB-BEA2-8B4E254DB2A7}" type="parTrans" cxnId="{EDDBEFA8-4CBA-4AA6-919A-EFA31DD9BC99}">
      <dgm:prSet/>
      <dgm:spPr/>
      <dgm:t>
        <a:bodyPr/>
        <a:lstStyle/>
        <a:p>
          <a:endParaRPr lang="en-US"/>
        </a:p>
      </dgm:t>
    </dgm:pt>
    <dgm:pt modelId="{E942D2D2-87B7-42A8-BB76-0C31290876AA}" type="sibTrans" cxnId="{EDDBEFA8-4CBA-4AA6-919A-EFA31DD9BC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ABFB72F-856C-4782-86FE-B4D2ED4325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PostgreSQL/pgvector </a:t>
          </a:r>
          <a:r>
            <a:rPr lang="en-US"/>
            <a:t>optimized for 1024-dimensional embeddings with debug logging</a:t>
          </a:r>
        </a:p>
      </dgm:t>
    </dgm:pt>
    <dgm:pt modelId="{56D3593D-C51B-4D83-9B79-810374A9E347}" type="parTrans" cxnId="{F1391A80-A6C6-415E-BB72-A7F70FB333AF}">
      <dgm:prSet/>
      <dgm:spPr/>
      <dgm:t>
        <a:bodyPr/>
        <a:lstStyle/>
        <a:p>
          <a:endParaRPr lang="en-US"/>
        </a:p>
      </dgm:t>
    </dgm:pt>
    <dgm:pt modelId="{01EF9967-68B4-4020-A445-0D3F26CC22C6}" type="sibTrans" cxnId="{F1391A80-A6C6-415E-BB72-A7F70FB333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BC9C5F4-F843-41C8-8B79-58FCF37673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S3 integration </a:t>
          </a:r>
          <a:r>
            <a:rPr lang="en-US"/>
            <a:t>for document ingestion and batch processing</a:t>
          </a:r>
        </a:p>
      </dgm:t>
    </dgm:pt>
    <dgm:pt modelId="{3556D53A-7F88-4165-BA7A-5C50CF643464}" type="parTrans" cxnId="{A8146EB3-9ACE-41F1-82B0-D6B5A2E3BC9B}">
      <dgm:prSet/>
      <dgm:spPr/>
      <dgm:t>
        <a:bodyPr/>
        <a:lstStyle/>
        <a:p>
          <a:endParaRPr lang="en-US"/>
        </a:p>
      </dgm:t>
    </dgm:pt>
    <dgm:pt modelId="{09085C08-CE5E-4004-B27C-91CCFBD5343E}" type="sibTrans" cxnId="{A8146EB3-9ACE-41F1-82B0-D6B5A2E3BC9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A83E283-AFDB-4D16-B320-2D2CF27B02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Comprehensive error handling </a:t>
          </a:r>
          <a:r>
            <a:rPr lang="en-US"/>
            <a:t>with detailed logging and user feedback</a:t>
          </a:r>
        </a:p>
      </dgm:t>
    </dgm:pt>
    <dgm:pt modelId="{AA9BDB32-D9AB-4DA6-94B9-3481ED8CEB92}" type="parTrans" cxnId="{6123D956-05D2-4008-9DF3-D844AC03E430}">
      <dgm:prSet/>
      <dgm:spPr/>
      <dgm:t>
        <a:bodyPr/>
        <a:lstStyle/>
        <a:p>
          <a:endParaRPr lang="en-US"/>
        </a:p>
      </dgm:t>
    </dgm:pt>
    <dgm:pt modelId="{E000FA53-1B63-4060-8B1C-0FDF0BCAD4A1}" type="sibTrans" cxnId="{6123D956-05D2-4008-9DF3-D844AC03E43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E9AD90-5657-4860-B2D6-794BC0E3BD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Memory persistence </a:t>
          </a:r>
          <a:r>
            <a:rPr lang="en-US"/>
            <a:t>across app restarts with session state synchronization</a:t>
          </a:r>
        </a:p>
      </dgm:t>
    </dgm:pt>
    <dgm:pt modelId="{F4DC81EE-AEA9-42A3-A532-D5FD69D23BBE}" type="parTrans" cxnId="{70E5CA5B-C05B-4241-840A-6C6757212056}">
      <dgm:prSet/>
      <dgm:spPr/>
      <dgm:t>
        <a:bodyPr/>
        <a:lstStyle/>
        <a:p>
          <a:endParaRPr lang="en-US"/>
        </a:p>
      </dgm:t>
    </dgm:pt>
    <dgm:pt modelId="{608B686B-8FC6-4AD0-929C-6C3EDF50B835}" type="sibTrans" cxnId="{70E5CA5B-C05B-4241-840A-6C6757212056}">
      <dgm:prSet/>
      <dgm:spPr/>
      <dgm:t>
        <a:bodyPr/>
        <a:lstStyle/>
        <a:p>
          <a:endParaRPr lang="en-US"/>
        </a:p>
      </dgm:t>
    </dgm:pt>
    <dgm:pt modelId="{9CA378AB-A11B-4709-B828-341B81C2FD8A}" type="pres">
      <dgm:prSet presAssocID="{37D90F8C-6B9E-44AE-A2AB-36C816C43D2D}" presName="root" presStyleCnt="0">
        <dgm:presLayoutVars>
          <dgm:dir/>
          <dgm:resizeHandles val="exact"/>
        </dgm:presLayoutVars>
      </dgm:prSet>
      <dgm:spPr/>
    </dgm:pt>
    <dgm:pt modelId="{1D41FA49-EF12-4F95-AF56-E1F253FAB63D}" type="pres">
      <dgm:prSet presAssocID="{37D90F8C-6B9E-44AE-A2AB-36C816C43D2D}" presName="container" presStyleCnt="0">
        <dgm:presLayoutVars>
          <dgm:dir/>
          <dgm:resizeHandles val="exact"/>
        </dgm:presLayoutVars>
      </dgm:prSet>
      <dgm:spPr/>
    </dgm:pt>
    <dgm:pt modelId="{770911CD-919D-49CE-998B-98206423057B}" type="pres">
      <dgm:prSet presAssocID="{F9892DD9-D0FA-4A26-A00B-024F35CC5F2B}" presName="compNode" presStyleCnt="0"/>
      <dgm:spPr/>
    </dgm:pt>
    <dgm:pt modelId="{C03B2FDA-6249-4672-B2DB-4534FDFF30F3}" type="pres">
      <dgm:prSet presAssocID="{F9892DD9-D0FA-4A26-A00B-024F35CC5F2B}" presName="iconBgRect" presStyleLbl="bgShp" presStyleIdx="0" presStyleCnt="6"/>
      <dgm:spPr/>
    </dgm:pt>
    <dgm:pt modelId="{1F5500F6-486B-4647-A1A9-B41F424C0F17}" type="pres">
      <dgm:prSet presAssocID="{F9892DD9-D0FA-4A26-A00B-024F35CC5F2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42C227A6-6745-4B09-8E7B-9E934001913C}" type="pres">
      <dgm:prSet presAssocID="{F9892DD9-D0FA-4A26-A00B-024F35CC5F2B}" presName="spaceRect" presStyleCnt="0"/>
      <dgm:spPr/>
    </dgm:pt>
    <dgm:pt modelId="{BAC8AFA6-7937-4813-990F-AC6AA7324247}" type="pres">
      <dgm:prSet presAssocID="{F9892DD9-D0FA-4A26-A00B-024F35CC5F2B}" presName="textRect" presStyleLbl="revTx" presStyleIdx="0" presStyleCnt="6">
        <dgm:presLayoutVars>
          <dgm:chMax val="1"/>
          <dgm:chPref val="1"/>
        </dgm:presLayoutVars>
      </dgm:prSet>
      <dgm:spPr/>
    </dgm:pt>
    <dgm:pt modelId="{1C4CFD17-7C2A-454B-AEDE-E8D6EDC346A2}" type="pres">
      <dgm:prSet presAssocID="{3A292ED1-4512-4088-9F52-67A973FB8F57}" presName="sibTrans" presStyleLbl="sibTrans2D1" presStyleIdx="0" presStyleCnt="0"/>
      <dgm:spPr/>
    </dgm:pt>
    <dgm:pt modelId="{13B41FB8-4DC3-4AA0-B5E3-2BF28865A6CA}" type="pres">
      <dgm:prSet presAssocID="{795E84CA-8AC8-4663-B800-3DBBBE768966}" presName="compNode" presStyleCnt="0"/>
      <dgm:spPr/>
    </dgm:pt>
    <dgm:pt modelId="{9605FDD0-A4D5-44D1-9651-0A6E02CBED0B}" type="pres">
      <dgm:prSet presAssocID="{795E84CA-8AC8-4663-B800-3DBBBE768966}" presName="iconBgRect" presStyleLbl="bgShp" presStyleIdx="1" presStyleCnt="6"/>
      <dgm:spPr/>
    </dgm:pt>
    <dgm:pt modelId="{E3365514-B9D8-4ED9-BDB1-1E427638FEBD}" type="pres">
      <dgm:prSet presAssocID="{795E84CA-8AC8-4663-B800-3DBBBE768966}" presName="iconRect" presStyleLbl="node1" presStyleIdx="1" presStyleCnt="6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nyon scene"/>
        </a:ext>
      </dgm:extLst>
    </dgm:pt>
    <dgm:pt modelId="{D17D36D4-F8CD-4C7D-A7EE-2A1C937CBAB3}" type="pres">
      <dgm:prSet presAssocID="{795E84CA-8AC8-4663-B800-3DBBBE768966}" presName="spaceRect" presStyleCnt="0"/>
      <dgm:spPr/>
    </dgm:pt>
    <dgm:pt modelId="{7150A33C-2F47-42E9-86BD-DCBC4615CFC4}" type="pres">
      <dgm:prSet presAssocID="{795E84CA-8AC8-4663-B800-3DBBBE768966}" presName="textRect" presStyleLbl="revTx" presStyleIdx="1" presStyleCnt="6">
        <dgm:presLayoutVars>
          <dgm:chMax val="1"/>
          <dgm:chPref val="1"/>
        </dgm:presLayoutVars>
      </dgm:prSet>
      <dgm:spPr/>
    </dgm:pt>
    <dgm:pt modelId="{11459819-3C65-4A58-AD08-3E478EF95B6B}" type="pres">
      <dgm:prSet presAssocID="{E942D2D2-87B7-42A8-BB76-0C31290876AA}" presName="sibTrans" presStyleLbl="sibTrans2D1" presStyleIdx="0" presStyleCnt="0"/>
      <dgm:spPr/>
    </dgm:pt>
    <dgm:pt modelId="{4276AC27-17CA-4B84-8391-72AA622111CC}" type="pres">
      <dgm:prSet presAssocID="{CABFB72F-856C-4782-86FE-B4D2ED43257D}" presName="compNode" presStyleCnt="0"/>
      <dgm:spPr/>
    </dgm:pt>
    <dgm:pt modelId="{F41AFBCD-E02A-4323-97B4-CA6270E34731}" type="pres">
      <dgm:prSet presAssocID="{CABFB72F-856C-4782-86FE-B4D2ED43257D}" presName="iconBgRect" presStyleLbl="bgShp" presStyleIdx="2" presStyleCnt="6"/>
      <dgm:spPr/>
    </dgm:pt>
    <dgm:pt modelId="{01BC8FFC-22D7-4696-91F4-6D3322A7D3E3}" type="pres">
      <dgm:prSet presAssocID="{CABFB72F-856C-4782-86FE-B4D2ED43257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 with Left Arrow"/>
        </a:ext>
      </dgm:extLst>
    </dgm:pt>
    <dgm:pt modelId="{1ABAE7AA-7AAD-4934-9318-D676FC2DD09D}" type="pres">
      <dgm:prSet presAssocID="{CABFB72F-856C-4782-86FE-B4D2ED43257D}" presName="spaceRect" presStyleCnt="0"/>
      <dgm:spPr/>
    </dgm:pt>
    <dgm:pt modelId="{FF60936B-32AE-4446-998D-438F02C1AD2E}" type="pres">
      <dgm:prSet presAssocID="{CABFB72F-856C-4782-86FE-B4D2ED43257D}" presName="textRect" presStyleLbl="revTx" presStyleIdx="2" presStyleCnt="6">
        <dgm:presLayoutVars>
          <dgm:chMax val="1"/>
          <dgm:chPref val="1"/>
        </dgm:presLayoutVars>
      </dgm:prSet>
      <dgm:spPr/>
    </dgm:pt>
    <dgm:pt modelId="{32E48E35-9D57-4A5D-99E6-24F972F034F4}" type="pres">
      <dgm:prSet presAssocID="{01EF9967-68B4-4020-A445-0D3F26CC22C6}" presName="sibTrans" presStyleLbl="sibTrans2D1" presStyleIdx="0" presStyleCnt="0"/>
      <dgm:spPr/>
    </dgm:pt>
    <dgm:pt modelId="{93F2AD57-59DA-4741-92AF-4334F9D052A1}" type="pres">
      <dgm:prSet presAssocID="{6BC9C5F4-F843-41C8-8B79-58FCF37673A1}" presName="compNode" presStyleCnt="0"/>
      <dgm:spPr/>
    </dgm:pt>
    <dgm:pt modelId="{139E2874-3E17-4BAC-A519-745774D6250E}" type="pres">
      <dgm:prSet presAssocID="{6BC9C5F4-F843-41C8-8B79-58FCF37673A1}" presName="iconBgRect" presStyleLbl="bgShp" presStyleIdx="3" presStyleCnt="6"/>
      <dgm:spPr/>
    </dgm:pt>
    <dgm:pt modelId="{A2C196AD-D35B-49C7-A984-0C829A2D10F8}" type="pres">
      <dgm:prSet presAssocID="{6BC9C5F4-F843-41C8-8B79-58FCF37673A1}" presName="iconRect" presStyleLbl="node1" presStyleIdx="3" presStyleCnt="6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CDC7DA6-F158-4D61-B154-1148BE07EF6F}" type="pres">
      <dgm:prSet presAssocID="{6BC9C5F4-F843-41C8-8B79-58FCF37673A1}" presName="spaceRect" presStyleCnt="0"/>
      <dgm:spPr/>
    </dgm:pt>
    <dgm:pt modelId="{56AD3795-CBB4-48D7-8586-1C11867CF293}" type="pres">
      <dgm:prSet presAssocID="{6BC9C5F4-F843-41C8-8B79-58FCF37673A1}" presName="textRect" presStyleLbl="revTx" presStyleIdx="3" presStyleCnt="6">
        <dgm:presLayoutVars>
          <dgm:chMax val="1"/>
          <dgm:chPref val="1"/>
        </dgm:presLayoutVars>
      </dgm:prSet>
      <dgm:spPr/>
    </dgm:pt>
    <dgm:pt modelId="{763A3672-EB81-4CAD-BB4D-236A051C0E39}" type="pres">
      <dgm:prSet presAssocID="{09085C08-CE5E-4004-B27C-91CCFBD5343E}" presName="sibTrans" presStyleLbl="sibTrans2D1" presStyleIdx="0" presStyleCnt="0"/>
      <dgm:spPr/>
    </dgm:pt>
    <dgm:pt modelId="{CA7A6D72-31DE-43F9-BCB9-0EA8AC6ABD9F}" type="pres">
      <dgm:prSet presAssocID="{FA83E283-AFDB-4D16-B320-2D2CF27B02E7}" presName="compNode" presStyleCnt="0"/>
      <dgm:spPr/>
    </dgm:pt>
    <dgm:pt modelId="{2372061D-A40E-4CB9-8F6E-CA3E704E3B85}" type="pres">
      <dgm:prSet presAssocID="{FA83E283-AFDB-4D16-B320-2D2CF27B02E7}" presName="iconBgRect" presStyleLbl="bgShp" presStyleIdx="4" presStyleCnt="6"/>
      <dgm:spPr/>
    </dgm:pt>
    <dgm:pt modelId="{80395EEC-0E15-4E4F-A528-84CA0703E48E}" type="pres">
      <dgm:prSet presAssocID="{FA83E283-AFDB-4D16-B320-2D2CF27B02E7}" presName="iconRect" presStyleLbl="node1" presStyleIdx="4" presStyleCnt="6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F566894-AC2D-4849-A534-5EA0BEDC8777}" type="pres">
      <dgm:prSet presAssocID="{FA83E283-AFDB-4D16-B320-2D2CF27B02E7}" presName="spaceRect" presStyleCnt="0"/>
      <dgm:spPr/>
    </dgm:pt>
    <dgm:pt modelId="{B9A94E9A-A55E-4F05-89B4-5185E6D456F6}" type="pres">
      <dgm:prSet presAssocID="{FA83E283-AFDB-4D16-B320-2D2CF27B02E7}" presName="textRect" presStyleLbl="revTx" presStyleIdx="4" presStyleCnt="6">
        <dgm:presLayoutVars>
          <dgm:chMax val="1"/>
          <dgm:chPref val="1"/>
        </dgm:presLayoutVars>
      </dgm:prSet>
      <dgm:spPr/>
    </dgm:pt>
    <dgm:pt modelId="{BFDEA3B5-D647-417E-99F5-5D927D8C5703}" type="pres">
      <dgm:prSet presAssocID="{E000FA53-1B63-4060-8B1C-0FDF0BCAD4A1}" presName="sibTrans" presStyleLbl="sibTrans2D1" presStyleIdx="0" presStyleCnt="0"/>
      <dgm:spPr/>
    </dgm:pt>
    <dgm:pt modelId="{1032A28E-75A7-4F20-9132-D99AB23F66FB}" type="pres">
      <dgm:prSet presAssocID="{80E9AD90-5657-4860-B2D6-794BC0E3BD02}" presName="compNode" presStyleCnt="0"/>
      <dgm:spPr/>
    </dgm:pt>
    <dgm:pt modelId="{4FBF7CB8-4207-470C-A9C6-47F3BB885B29}" type="pres">
      <dgm:prSet presAssocID="{80E9AD90-5657-4860-B2D6-794BC0E3BD02}" presName="iconBgRect" presStyleLbl="bgShp" presStyleIdx="5" presStyleCnt="6"/>
      <dgm:spPr/>
    </dgm:pt>
    <dgm:pt modelId="{F2DC80DD-8CDF-4350-968D-9532FB9D9D33}" type="pres">
      <dgm:prSet presAssocID="{80E9AD90-5657-4860-B2D6-794BC0E3BD0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3025A35A-AE6C-4786-A1DD-DD7177D1E171}" type="pres">
      <dgm:prSet presAssocID="{80E9AD90-5657-4860-B2D6-794BC0E3BD02}" presName="spaceRect" presStyleCnt="0"/>
      <dgm:spPr/>
    </dgm:pt>
    <dgm:pt modelId="{4834EEA4-4059-499B-B85D-6EB40E9F45E1}" type="pres">
      <dgm:prSet presAssocID="{80E9AD90-5657-4860-B2D6-794BC0E3BD0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6A00610-F6EA-4D48-A0F8-700E2C628C19}" type="presOf" srcId="{09085C08-CE5E-4004-B27C-91CCFBD5343E}" destId="{763A3672-EB81-4CAD-BB4D-236A051C0E39}" srcOrd="0" destOrd="0" presId="urn:microsoft.com/office/officeart/2018/2/layout/IconCircleList"/>
    <dgm:cxn modelId="{E09FAD12-CC2E-4E19-B907-9D37B5DB345F}" type="presOf" srcId="{CABFB72F-856C-4782-86FE-B4D2ED43257D}" destId="{FF60936B-32AE-4446-998D-438F02C1AD2E}" srcOrd="0" destOrd="0" presId="urn:microsoft.com/office/officeart/2018/2/layout/IconCircleList"/>
    <dgm:cxn modelId="{DABCBD35-5B31-44C6-8EDD-4C67435E54CB}" type="presOf" srcId="{3A292ED1-4512-4088-9F52-67A973FB8F57}" destId="{1C4CFD17-7C2A-454B-AEDE-E8D6EDC346A2}" srcOrd="0" destOrd="0" presId="urn:microsoft.com/office/officeart/2018/2/layout/IconCircleList"/>
    <dgm:cxn modelId="{8E06B038-A8FE-4889-B354-FDF017AD3891}" type="presOf" srcId="{80E9AD90-5657-4860-B2D6-794BC0E3BD02}" destId="{4834EEA4-4059-499B-B85D-6EB40E9F45E1}" srcOrd="0" destOrd="0" presId="urn:microsoft.com/office/officeart/2018/2/layout/IconCircleList"/>
    <dgm:cxn modelId="{70E5CA5B-C05B-4241-840A-6C6757212056}" srcId="{37D90F8C-6B9E-44AE-A2AB-36C816C43D2D}" destId="{80E9AD90-5657-4860-B2D6-794BC0E3BD02}" srcOrd="5" destOrd="0" parTransId="{F4DC81EE-AEA9-42A3-A532-D5FD69D23BBE}" sibTransId="{608B686B-8FC6-4AD0-929C-6C3EDF50B835}"/>
    <dgm:cxn modelId="{9B9CE542-9F7E-46C3-A1BD-CB17C1EFA67C}" srcId="{37D90F8C-6B9E-44AE-A2AB-36C816C43D2D}" destId="{F9892DD9-D0FA-4A26-A00B-024F35CC5F2B}" srcOrd="0" destOrd="0" parTransId="{AD61EF2A-2DC9-4C0A-AEE8-D0350BB2793B}" sibTransId="{3A292ED1-4512-4088-9F52-67A973FB8F57}"/>
    <dgm:cxn modelId="{8BC96076-1C8B-452E-BABC-B6653676D1A4}" type="presOf" srcId="{795E84CA-8AC8-4663-B800-3DBBBE768966}" destId="{7150A33C-2F47-42E9-86BD-DCBC4615CFC4}" srcOrd="0" destOrd="0" presId="urn:microsoft.com/office/officeart/2018/2/layout/IconCircleList"/>
    <dgm:cxn modelId="{6123D956-05D2-4008-9DF3-D844AC03E430}" srcId="{37D90F8C-6B9E-44AE-A2AB-36C816C43D2D}" destId="{FA83E283-AFDB-4D16-B320-2D2CF27B02E7}" srcOrd="4" destOrd="0" parTransId="{AA9BDB32-D9AB-4DA6-94B9-3481ED8CEB92}" sibTransId="{E000FA53-1B63-4060-8B1C-0FDF0BCAD4A1}"/>
    <dgm:cxn modelId="{99E95977-7EE0-4C0E-B177-C4DBF2B1D411}" type="presOf" srcId="{F9892DD9-D0FA-4A26-A00B-024F35CC5F2B}" destId="{BAC8AFA6-7937-4813-990F-AC6AA7324247}" srcOrd="0" destOrd="0" presId="urn:microsoft.com/office/officeart/2018/2/layout/IconCircleList"/>
    <dgm:cxn modelId="{5C50CD7C-6AE9-43CB-8B6F-372A5B5B94D5}" type="presOf" srcId="{37D90F8C-6B9E-44AE-A2AB-36C816C43D2D}" destId="{9CA378AB-A11B-4709-B828-341B81C2FD8A}" srcOrd="0" destOrd="0" presId="urn:microsoft.com/office/officeart/2018/2/layout/IconCircleList"/>
    <dgm:cxn modelId="{F1391A80-A6C6-415E-BB72-A7F70FB333AF}" srcId="{37D90F8C-6B9E-44AE-A2AB-36C816C43D2D}" destId="{CABFB72F-856C-4782-86FE-B4D2ED43257D}" srcOrd="2" destOrd="0" parTransId="{56D3593D-C51B-4D83-9B79-810374A9E347}" sibTransId="{01EF9967-68B4-4020-A445-0D3F26CC22C6}"/>
    <dgm:cxn modelId="{EDDBEFA8-4CBA-4AA6-919A-EFA31DD9BC99}" srcId="{37D90F8C-6B9E-44AE-A2AB-36C816C43D2D}" destId="{795E84CA-8AC8-4663-B800-3DBBBE768966}" srcOrd="1" destOrd="0" parTransId="{8F071BDE-19C9-4ADB-BEA2-8B4E254DB2A7}" sibTransId="{E942D2D2-87B7-42A8-BB76-0C31290876AA}"/>
    <dgm:cxn modelId="{1DDB69A9-7456-4D24-9F77-2F11787CA8FC}" type="presOf" srcId="{01EF9967-68B4-4020-A445-0D3F26CC22C6}" destId="{32E48E35-9D57-4A5D-99E6-24F972F034F4}" srcOrd="0" destOrd="0" presId="urn:microsoft.com/office/officeart/2018/2/layout/IconCircleList"/>
    <dgm:cxn modelId="{A8146EB3-9ACE-41F1-82B0-D6B5A2E3BC9B}" srcId="{37D90F8C-6B9E-44AE-A2AB-36C816C43D2D}" destId="{6BC9C5F4-F843-41C8-8B79-58FCF37673A1}" srcOrd="3" destOrd="0" parTransId="{3556D53A-7F88-4165-BA7A-5C50CF643464}" sibTransId="{09085C08-CE5E-4004-B27C-91CCFBD5343E}"/>
    <dgm:cxn modelId="{1CE3A7D2-52D2-4D36-B9F6-5DA4179265C4}" type="presOf" srcId="{E942D2D2-87B7-42A8-BB76-0C31290876AA}" destId="{11459819-3C65-4A58-AD08-3E478EF95B6B}" srcOrd="0" destOrd="0" presId="urn:microsoft.com/office/officeart/2018/2/layout/IconCircleList"/>
    <dgm:cxn modelId="{E864C3DC-7FBE-4E76-9395-3DE874B0E93A}" type="presOf" srcId="{6BC9C5F4-F843-41C8-8B79-58FCF37673A1}" destId="{56AD3795-CBB4-48D7-8586-1C11867CF293}" srcOrd="0" destOrd="0" presId="urn:microsoft.com/office/officeart/2018/2/layout/IconCircleList"/>
    <dgm:cxn modelId="{985D49E3-5946-4557-8736-A333C2E67DE8}" type="presOf" srcId="{FA83E283-AFDB-4D16-B320-2D2CF27B02E7}" destId="{B9A94E9A-A55E-4F05-89B4-5185E6D456F6}" srcOrd="0" destOrd="0" presId="urn:microsoft.com/office/officeart/2018/2/layout/IconCircleList"/>
    <dgm:cxn modelId="{6B6257EA-5942-467D-B0BC-6BD064CD9F41}" type="presOf" srcId="{E000FA53-1B63-4060-8B1C-0FDF0BCAD4A1}" destId="{BFDEA3B5-D647-417E-99F5-5D927D8C5703}" srcOrd="0" destOrd="0" presId="urn:microsoft.com/office/officeart/2018/2/layout/IconCircleList"/>
    <dgm:cxn modelId="{CB95D23A-63AA-441F-9457-A619943BC24A}" type="presParOf" srcId="{9CA378AB-A11B-4709-B828-341B81C2FD8A}" destId="{1D41FA49-EF12-4F95-AF56-E1F253FAB63D}" srcOrd="0" destOrd="0" presId="urn:microsoft.com/office/officeart/2018/2/layout/IconCircleList"/>
    <dgm:cxn modelId="{9D35FFD9-3C6A-43AE-AA01-3B99169580E3}" type="presParOf" srcId="{1D41FA49-EF12-4F95-AF56-E1F253FAB63D}" destId="{770911CD-919D-49CE-998B-98206423057B}" srcOrd="0" destOrd="0" presId="urn:microsoft.com/office/officeart/2018/2/layout/IconCircleList"/>
    <dgm:cxn modelId="{B7E6DAFB-AEA9-4CDC-8AAB-4AB9B5159D1A}" type="presParOf" srcId="{770911CD-919D-49CE-998B-98206423057B}" destId="{C03B2FDA-6249-4672-B2DB-4534FDFF30F3}" srcOrd="0" destOrd="0" presId="urn:microsoft.com/office/officeart/2018/2/layout/IconCircleList"/>
    <dgm:cxn modelId="{C6C687CF-176C-4209-A066-A39308802155}" type="presParOf" srcId="{770911CD-919D-49CE-998B-98206423057B}" destId="{1F5500F6-486B-4647-A1A9-B41F424C0F17}" srcOrd="1" destOrd="0" presId="urn:microsoft.com/office/officeart/2018/2/layout/IconCircleList"/>
    <dgm:cxn modelId="{9566AE88-C218-440A-B096-309252FBF11C}" type="presParOf" srcId="{770911CD-919D-49CE-998B-98206423057B}" destId="{42C227A6-6745-4B09-8E7B-9E934001913C}" srcOrd="2" destOrd="0" presId="urn:microsoft.com/office/officeart/2018/2/layout/IconCircleList"/>
    <dgm:cxn modelId="{7B70C235-7569-4F01-870E-BB363DAD93D6}" type="presParOf" srcId="{770911CD-919D-49CE-998B-98206423057B}" destId="{BAC8AFA6-7937-4813-990F-AC6AA7324247}" srcOrd="3" destOrd="0" presId="urn:microsoft.com/office/officeart/2018/2/layout/IconCircleList"/>
    <dgm:cxn modelId="{D1F7E98D-7140-4107-AE27-A81BF065F7D3}" type="presParOf" srcId="{1D41FA49-EF12-4F95-AF56-E1F253FAB63D}" destId="{1C4CFD17-7C2A-454B-AEDE-E8D6EDC346A2}" srcOrd="1" destOrd="0" presId="urn:microsoft.com/office/officeart/2018/2/layout/IconCircleList"/>
    <dgm:cxn modelId="{53642180-3E21-4646-BD2B-D7F11928B37F}" type="presParOf" srcId="{1D41FA49-EF12-4F95-AF56-E1F253FAB63D}" destId="{13B41FB8-4DC3-4AA0-B5E3-2BF28865A6CA}" srcOrd="2" destOrd="0" presId="urn:microsoft.com/office/officeart/2018/2/layout/IconCircleList"/>
    <dgm:cxn modelId="{91142569-B98C-40B1-BAF1-025EED1840A6}" type="presParOf" srcId="{13B41FB8-4DC3-4AA0-B5E3-2BF28865A6CA}" destId="{9605FDD0-A4D5-44D1-9651-0A6E02CBED0B}" srcOrd="0" destOrd="0" presId="urn:microsoft.com/office/officeart/2018/2/layout/IconCircleList"/>
    <dgm:cxn modelId="{F34BF30A-CD1E-40D7-B13A-66CAB913E192}" type="presParOf" srcId="{13B41FB8-4DC3-4AA0-B5E3-2BF28865A6CA}" destId="{E3365514-B9D8-4ED9-BDB1-1E427638FEBD}" srcOrd="1" destOrd="0" presId="urn:microsoft.com/office/officeart/2018/2/layout/IconCircleList"/>
    <dgm:cxn modelId="{1D3834D7-3CCE-4A20-BAE4-ED735D7C6FF2}" type="presParOf" srcId="{13B41FB8-4DC3-4AA0-B5E3-2BF28865A6CA}" destId="{D17D36D4-F8CD-4C7D-A7EE-2A1C937CBAB3}" srcOrd="2" destOrd="0" presId="urn:microsoft.com/office/officeart/2018/2/layout/IconCircleList"/>
    <dgm:cxn modelId="{5B5C240B-A2EE-4C9D-A050-7077E96F3E05}" type="presParOf" srcId="{13B41FB8-4DC3-4AA0-B5E3-2BF28865A6CA}" destId="{7150A33C-2F47-42E9-86BD-DCBC4615CFC4}" srcOrd="3" destOrd="0" presId="urn:microsoft.com/office/officeart/2018/2/layout/IconCircleList"/>
    <dgm:cxn modelId="{AF490D34-B7E5-41EB-B7CB-18062B3EB543}" type="presParOf" srcId="{1D41FA49-EF12-4F95-AF56-E1F253FAB63D}" destId="{11459819-3C65-4A58-AD08-3E478EF95B6B}" srcOrd="3" destOrd="0" presId="urn:microsoft.com/office/officeart/2018/2/layout/IconCircleList"/>
    <dgm:cxn modelId="{36A9D3EE-B407-4557-B84B-858E7269F21A}" type="presParOf" srcId="{1D41FA49-EF12-4F95-AF56-E1F253FAB63D}" destId="{4276AC27-17CA-4B84-8391-72AA622111CC}" srcOrd="4" destOrd="0" presId="urn:microsoft.com/office/officeart/2018/2/layout/IconCircleList"/>
    <dgm:cxn modelId="{50400690-42D4-4831-8F39-34291F0FA31F}" type="presParOf" srcId="{4276AC27-17CA-4B84-8391-72AA622111CC}" destId="{F41AFBCD-E02A-4323-97B4-CA6270E34731}" srcOrd="0" destOrd="0" presId="urn:microsoft.com/office/officeart/2018/2/layout/IconCircleList"/>
    <dgm:cxn modelId="{935D40A0-9BAC-4D91-8852-9357829975F6}" type="presParOf" srcId="{4276AC27-17CA-4B84-8391-72AA622111CC}" destId="{01BC8FFC-22D7-4696-91F4-6D3322A7D3E3}" srcOrd="1" destOrd="0" presId="urn:microsoft.com/office/officeart/2018/2/layout/IconCircleList"/>
    <dgm:cxn modelId="{EDC766ED-642D-4239-ADE5-95959021D0A4}" type="presParOf" srcId="{4276AC27-17CA-4B84-8391-72AA622111CC}" destId="{1ABAE7AA-7AAD-4934-9318-D676FC2DD09D}" srcOrd="2" destOrd="0" presId="urn:microsoft.com/office/officeart/2018/2/layout/IconCircleList"/>
    <dgm:cxn modelId="{92CB194D-488F-4142-BB16-C3346CB1AB71}" type="presParOf" srcId="{4276AC27-17CA-4B84-8391-72AA622111CC}" destId="{FF60936B-32AE-4446-998D-438F02C1AD2E}" srcOrd="3" destOrd="0" presId="urn:microsoft.com/office/officeart/2018/2/layout/IconCircleList"/>
    <dgm:cxn modelId="{69E7522C-6E7B-4D67-BAEB-5C2675279C50}" type="presParOf" srcId="{1D41FA49-EF12-4F95-AF56-E1F253FAB63D}" destId="{32E48E35-9D57-4A5D-99E6-24F972F034F4}" srcOrd="5" destOrd="0" presId="urn:microsoft.com/office/officeart/2018/2/layout/IconCircleList"/>
    <dgm:cxn modelId="{3BEC9E04-F6E2-47DC-B095-651D2E9D6C27}" type="presParOf" srcId="{1D41FA49-EF12-4F95-AF56-E1F253FAB63D}" destId="{93F2AD57-59DA-4741-92AF-4334F9D052A1}" srcOrd="6" destOrd="0" presId="urn:microsoft.com/office/officeart/2018/2/layout/IconCircleList"/>
    <dgm:cxn modelId="{BBCEB862-8ADF-46C4-AE96-55CD9E14BD4F}" type="presParOf" srcId="{93F2AD57-59DA-4741-92AF-4334F9D052A1}" destId="{139E2874-3E17-4BAC-A519-745774D6250E}" srcOrd="0" destOrd="0" presId="urn:microsoft.com/office/officeart/2018/2/layout/IconCircleList"/>
    <dgm:cxn modelId="{B05B7689-B738-47D3-8EBB-C84D1A4554CA}" type="presParOf" srcId="{93F2AD57-59DA-4741-92AF-4334F9D052A1}" destId="{A2C196AD-D35B-49C7-A984-0C829A2D10F8}" srcOrd="1" destOrd="0" presId="urn:microsoft.com/office/officeart/2018/2/layout/IconCircleList"/>
    <dgm:cxn modelId="{0F80AE2F-B207-4142-8892-DF88A0E8319B}" type="presParOf" srcId="{93F2AD57-59DA-4741-92AF-4334F9D052A1}" destId="{ECDC7DA6-F158-4D61-B154-1148BE07EF6F}" srcOrd="2" destOrd="0" presId="urn:microsoft.com/office/officeart/2018/2/layout/IconCircleList"/>
    <dgm:cxn modelId="{475B695C-3DA8-485D-A841-86EEFFDBE5F6}" type="presParOf" srcId="{93F2AD57-59DA-4741-92AF-4334F9D052A1}" destId="{56AD3795-CBB4-48D7-8586-1C11867CF293}" srcOrd="3" destOrd="0" presId="urn:microsoft.com/office/officeart/2018/2/layout/IconCircleList"/>
    <dgm:cxn modelId="{0F3C8248-D056-4F06-8ECF-07A10A4156B5}" type="presParOf" srcId="{1D41FA49-EF12-4F95-AF56-E1F253FAB63D}" destId="{763A3672-EB81-4CAD-BB4D-236A051C0E39}" srcOrd="7" destOrd="0" presId="urn:microsoft.com/office/officeart/2018/2/layout/IconCircleList"/>
    <dgm:cxn modelId="{BE1DDBA3-D248-4B3A-83E7-F2C7EF958B8B}" type="presParOf" srcId="{1D41FA49-EF12-4F95-AF56-E1F253FAB63D}" destId="{CA7A6D72-31DE-43F9-BCB9-0EA8AC6ABD9F}" srcOrd="8" destOrd="0" presId="urn:microsoft.com/office/officeart/2018/2/layout/IconCircleList"/>
    <dgm:cxn modelId="{5C05570C-922D-47FC-B370-66738FF7A3A2}" type="presParOf" srcId="{CA7A6D72-31DE-43F9-BCB9-0EA8AC6ABD9F}" destId="{2372061D-A40E-4CB9-8F6E-CA3E704E3B85}" srcOrd="0" destOrd="0" presId="urn:microsoft.com/office/officeart/2018/2/layout/IconCircleList"/>
    <dgm:cxn modelId="{CFA77064-EB2F-4081-B236-B1246917BC6A}" type="presParOf" srcId="{CA7A6D72-31DE-43F9-BCB9-0EA8AC6ABD9F}" destId="{80395EEC-0E15-4E4F-A528-84CA0703E48E}" srcOrd="1" destOrd="0" presId="urn:microsoft.com/office/officeart/2018/2/layout/IconCircleList"/>
    <dgm:cxn modelId="{90731DD8-E7FC-4D92-B14B-2FFD4AFE849E}" type="presParOf" srcId="{CA7A6D72-31DE-43F9-BCB9-0EA8AC6ABD9F}" destId="{5F566894-AC2D-4849-A534-5EA0BEDC8777}" srcOrd="2" destOrd="0" presId="urn:microsoft.com/office/officeart/2018/2/layout/IconCircleList"/>
    <dgm:cxn modelId="{EC3B3AED-7E4D-4E57-A18C-A5F3F02F41F9}" type="presParOf" srcId="{CA7A6D72-31DE-43F9-BCB9-0EA8AC6ABD9F}" destId="{B9A94E9A-A55E-4F05-89B4-5185E6D456F6}" srcOrd="3" destOrd="0" presId="urn:microsoft.com/office/officeart/2018/2/layout/IconCircleList"/>
    <dgm:cxn modelId="{E472FE78-A3CC-4C37-92A5-1898D649BFF6}" type="presParOf" srcId="{1D41FA49-EF12-4F95-AF56-E1F253FAB63D}" destId="{BFDEA3B5-D647-417E-99F5-5D927D8C5703}" srcOrd="9" destOrd="0" presId="urn:microsoft.com/office/officeart/2018/2/layout/IconCircleList"/>
    <dgm:cxn modelId="{55D3BF41-D6D6-4CFB-9C57-C6C1A307A0B1}" type="presParOf" srcId="{1D41FA49-EF12-4F95-AF56-E1F253FAB63D}" destId="{1032A28E-75A7-4F20-9132-D99AB23F66FB}" srcOrd="10" destOrd="0" presId="urn:microsoft.com/office/officeart/2018/2/layout/IconCircleList"/>
    <dgm:cxn modelId="{F754E843-4726-4ED0-9759-47F14E9B26EB}" type="presParOf" srcId="{1032A28E-75A7-4F20-9132-D99AB23F66FB}" destId="{4FBF7CB8-4207-470C-A9C6-47F3BB885B29}" srcOrd="0" destOrd="0" presId="urn:microsoft.com/office/officeart/2018/2/layout/IconCircleList"/>
    <dgm:cxn modelId="{399D6EFD-66F9-4D51-86E6-527EB07A2885}" type="presParOf" srcId="{1032A28E-75A7-4F20-9132-D99AB23F66FB}" destId="{F2DC80DD-8CDF-4350-968D-9532FB9D9D33}" srcOrd="1" destOrd="0" presId="urn:microsoft.com/office/officeart/2018/2/layout/IconCircleList"/>
    <dgm:cxn modelId="{0B3AA480-6129-4ABF-BEAA-A3838727B1F4}" type="presParOf" srcId="{1032A28E-75A7-4F20-9132-D99AB23F66FB}" destId="{3025A35A-AE6C-4786-A1DD-DD7177D1E171}" srcOrd="2" destOrd="0" presId="urn:microsoft.com/office/officeart/2018/2/layout/IconCircleList"/>
    <dgm:cxn modelId="{C90ADCEB-C178-4D34-B446-D4FEB538F3C4}" type="presParOf" srcId="{1032A28E-75A7-4F20-9132-D99AB23F66FB}" destId="{4834EEA4-4059-499B-B85D-6EB40E9F45E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3B2FDA-6249-4672-B2DB-4534FDFF30F3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5500F6-486B-4647-A1A9-B41F424C0F17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8AFA6-7937-4813-990F-AC6AA7324247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Multi- agent workflow </a:t>
          </a:r>
          <a:r>
            <a:rPr lang="en-US" sz="1500" kern="1200" dirty="0"/>
            <a:t>implemented using </a:t>
          </a:r>
          <a:r>
            <a:rPr lang="en-US" sz="1500" kern="1200" dirty="0" err="1"/>
            <a:t>LangGraph</a:t>
          </a:r>
          <a:r>
            <a:rPr lang="en-US" sz="1500" kern="1200" dirty="0"/>
            <a:t> for advanced orchestration</a:t>
          </a:r>
        </a:p>
      </dsp:txBody>
      <dsp:txXfrm>
        <a:off x="1612357" y="28723"/>
        <a:ext cx="2301898" cy="976563"/>
      </dsp:txXfrm>
    </dsp:sp>
    <dsp:sp modelId="{9605FDD0-A4D5-44D1-9651-0A6E02CBED0B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65514-B9D8-4ED9-BDB1-1E427638FEBD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50A33C-2F47-42E9-86BD-DCBC4615CFC4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Amazon Bedrock LLM</a:t>
          </a:r>
          <a:r>
            <a:rPr lang="en-US" sz="1500" kern="1200" dirty="0"/>
            <a:t>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with enhanced callback integration for better tracing</a:t>
          </a:r>
        </a:p>
      </dsp:txBody>
      <dsp:txXfrm>
        <a:off x="5501170" y="28723"/>
        <a:ext cx="2301898" cy="976563"/>
      </dsp:txXfrm>
    </dsp:sp>
    <dsp:sp modelId="{F41AFBCD-E02A-4323-97B4-CA6270E34731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BC8FFC-22D7-4696-91F4-6D3322A7D3E3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0936B-32AE-4446-998D-438F02C1AD2E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PostgreSQL/pgvector </a:t>
          </a:r>
          <a:r>
            <a:rPr lang="en-US" sz="1500" kern="1200"/>
            <a:t>optimized for 1024-dimensional embeddings with debug logging</a:t>
          </a:r>
        </a:p>
      </dsp:txBody>
      <dsp:txXfrm>
        <a:off x="1612357" y="1774700"/>
        <a:ext cx="2301898" cy="976563"/>
      </dsp:txXfrm>
    </dsp:sp>
    <dsp:sp modelId="{139E2874-3E17-4BAC-A519-745774D6250E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C196AD-D35B-49C7-A984-0C829A2D10F8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D3795-CBB4-48D7-8586-1C11867CF293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S3 integration </a:t>
          </a:r>
          <a:r>
            <a:rPr lang="en-US" sz="1500" kern="1200"/>
            <a:t>for document ingestion and batch processing</a:t>
          </a:r>
        </a:p>
      </dsp:txBody>
      <dsp:txXfrm>
        <a:off x="5501170" y="1774700"/>
        <a:ext cx="2301898" cy="976563"/>
      </dsp:txXfrm>
    </dsp:sp>
    <dsp:sp modelId="{2372061D-A40E-4CB9-8F6E-CA3E704E3B85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395EEC-0E15-4E4F-A528-84CA0703E48E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94E9A-A55E-4F05-89B4-5185E6D456F6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Comprehensive error handling </a:t>
          </a:r>
          <a:r>
            <a:rPr lang="en-US" sz="1500" kern="1200"/>
            <a:t>with detailed logging and user feedback</a:t>
          </a:r>
        </a:p>
      </dsp:txBody>
      <dsp:txXfrm>
        <a:off x="1612357" y="3520676"/>
        <a:ext cx="2301898" cy="976563"/>
      </dsp:txXfrm>
    </dsp:sp>
    <dsp:sp modelId="{4FBF7CB8-4207-470C-A9C6-47F3BB885B29}">
      <dsp:nvSpPr>
        <dsp:cNvPr id="0" name=""/>
        <dsp:cNvSpPr/>
      </dsp:nvSpPr>
      <dsp:spPr>
        <a:xfrm>
          <a:off x="4315344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DC80DD-8CDF-4350-968D-9532FB9D9D33}">
      <dsp:nvSpPr>
        <dsp:cNvPr id="0" name=""/>
        <dsp:cNvSpPr/>
      </dsp:nvSpPr>
      <dsp:spPr>
        <a:xfrm>
          <a:off x="4520422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4EEA4-4059-499B-B85D-6EB40E9F45E1}">
      <dsp:nvSpPr>
        <dsp:cNvPr id="0" name=""/>
        <dsp:cNvSpPr/>
      </dsp:nvSpPr>
      <dsp:spPr>
        <a:xfrm>
          <a:off x="5501170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Memory persistence </a:t>
          </a:r>
          <a:r>
            <a:rPr lang="en-US" sz="1500" kern="1200"/>
            <a:t>across app restarts with session state synchronization</a:t>
          </a:r>
        </a:p>
      </dsp:txBody>
      <dsp:txXfrm>
        <a:off x="5501170" y="3520676"/>
        <a:ext cx="2301898" cy="9765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176E2-03F3-4DE0-A6DA-B413F2675FA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5B62A-4BAC-46BB-A463-8045C3AED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90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15B62A-4BAC-46BB-A463-8045C3AED5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43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522D3-0982-F915-9ADE-16EFA78F4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7FCB39CB-6733-D426-87F8-85AEE8F3C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BC7413A7-0009-7A49-A1D2-794CB9E90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EA799590-61A2-F11D-2E12-64355F732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15B62A-4BAC-46BB-A463-8045C3AED5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1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2BA88-06C4-EFD2-BF59-0B199F6F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CA6C3BA7-CE98-8587-7486-A3222389F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5C5747F4-88B6-6902-8E0B-BF66F4F70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AD7B4782-A9C3-C956-6426-8F0F4C42F7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15B62A-4BAC-46BB-A463-8045C3AED5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8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AA947-34D0-B46C-9FAD-C41A819BD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CC65A35E-1BAB-AE0D-8034-C80C02D5F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2C408B07-4D90-6543-DA43-0A2D5A99F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5A88E6F6-AFEB-6F50-80BC-71730DAD8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15B62A-4BAC-46BB-A463-8045C3AED5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87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15B62A-4BAC-46BB-A463-8045C3AED5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07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DC7F1-6601-E22C-E821-CAAED25D2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96199794-1012-4C66-B1DA-5655C1B3B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C3EACCC5-8DF1-222E-2F15-E1A744B88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6C980531-9035-B3AC-4600-A5AE781817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15B62A-4BAC-46BB-A463-8045C3AED5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14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AA947-34D0-B46C-9FAD-C41A819BD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CC65A35E-1BAB-AE0D-8034-C80C02D5F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2C408B07-4D90-6543-DA43-0A2D5A99F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5A88E6F6-AFEB-6F50-80BC-71730DAD8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15B62A-4BAC-46BB-A463-8045C3AED5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87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CD1D8-DA26-2FC8-E9AB-B5DFBE4ED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B1C7563A-A5DE-4357-4254-988257A3F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EA7ACA94-64E1-B70A-A574-95DBB5C93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7A5EC28F-63F0-C32C-A744-9C03D1818B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15B62A-4BAC-46BB-A463-8045C3AED5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89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0889-8BA2-481F-AC29-0FAC9715085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4151-9C6C-421A-955B-C4E80C39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96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0889-8BA2-481F-AC29-0FAC9715085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4151-9C6C-421A-955B-C4E80C39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952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0889-8BA2-481F-AC29-0FAC9715085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4151-9C6C-421A-955B-C4E80C39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11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0889-8BA2-481F-AC29-0FAC9715085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4151-9C6C-421A-955B-C4E80C39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4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0889-8BA2-481F-AC29-0FAC9715085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4151-9C6C-421A-955B-C4E80C39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32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0889-8BA2-481F-AC29-0FAC9715085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4151-9C6C-421A-955B-C4E80C39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40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0889-8BA2-481F-AC29-0FAC9715085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4151-9C6C-421A-955B-C4E80C39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6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0889-8BA2-481F-AC29-0FAC9715085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4151-9C6C-421A-955B-C4E80C39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5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0889-8BA2-481F-AC29-0FAC9715085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4151-9C6C-421A-955B-C4E80C39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92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0889-8BA2-481F-AC29-0FAC9715085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4151-9C6C-421A-955B-C4E80C39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191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0889-8BA2-481F-AC29-0FAC9715085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D4151-9C6C-421A-955B-C4E80C391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54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F0889-8BA2-481F-AC29-0FAC9715085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D4151-9C6C-421A-955B-C4E80C3912C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83737-609B-9904-BCC0-2ABE33B503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32775" y="6642100"/>
            <a:ext cx="8763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3969372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image" Target="../media/image9.jpe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410200" y="3124200"/>
            <a:ext cx="3988695" cy="1578217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AI Business Assistant</a:t>
            </a:r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5352" y="2298415"/>
            <a:ext cx="3106320" cy="3175569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05915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84304" y="281827"/>
            <a:ext cx="7375161" cy="1066802"/>
          </a:xfrm>
        </p:spPr>
        <p:txBody>
          <a:bodyPr anchor="b"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Agenda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66800" y="2230032"/>
            <a:ext cx="7848600" cy="2945574"/>
          </a:xfrm>
        </p:spPr>
        <p:txBody>
          <a:bodyPr anchor="ctr"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tx2"/>
                </a:solidFill>
              </a:rPr>
              <a:t>Use case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tx2"/>
                </a:solidFill>
              </a:rPr>
              <a:t>Architecture overview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tx2"/>
                </a:solidFill>
              </a:rPr>
              <a:t>Tech stack overview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tx2"/>
                </a:solidFill>
              </a:rPr>
              <a:t>Lessons learned/Recommendations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tx2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32281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B14F6-1515-6928-D2E8-A7580FF17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5A2CA071-C729-907C-C4A3-54B7F756A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DE92D64-B867-0DA2-DD0B-DF852A722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6BBC97F1-9D5B-9685-23BE-A595433A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304" y="281827"/>
            <a:ext cx="7375161" cy="1066802"/>
          </a:xfrm>
        </p:spPr>
        <p:txBody>
          <a:bodyPr anchor="b">
            <a:norm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Agenda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6D1B2D0-9B49-C42F-0E5A-CB9CCBD59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1237D41-8526-FB12-E0C0-9DD61F68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DA05826-536E-35CC-42AC-5C86E7B7B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18FDD00-D7A2-38CC-A8EC-8E7C9FE4B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3929AD5-1D96-220A-D6C7-857C6F83E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2 Marcador de contenido">
            <a:extLst>
              <a:ext uri="{FF2B5EF4-FFF2-40B4-BE49-F238E27FC236}">
                <a16:creationId xmlns:a16="http://schemas.microsoft.com/office/drawing/2014/main" id="{0964FF1A-D0E6-5447-E612-CCCFA5175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30032"/>
            <a:ext cx="7772400" cy="2945574"/>
          </a:xfrm>
        </p:spPr>
        <p:txBody>
          <a:bodyPr anchor="ctr"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tx2"/>
                </a:solidFill>
              </a:rPr>
              <a:t>Use case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Architecture overview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Tech stack overview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Lessons learned/Recommendations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2647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D246C7-F60C-4BCA-F028-1D03FBF96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79CCFC00-6D6A-0B0F-7FA9-C70A7B19D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27A2B07-A4EC-4A66-D8E5-E68A98B2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47080341-8755-B264-AA7E-6A4E84E7F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304" y="281827"/>
            <a:ext cx="7375161" cy="1066802"/>
          </a:xfrm>
        </p:spPr>
        <p:txBody>
          <a:bodyPr anchor="b">
            <a:norm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Agenda</a:t>
            </a:r>
            <a:endParaRPr lang="en-US" sz="3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3F5EFAC-5BED-DF37-E7A2-FDE5CB753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E71B93E-BA01-8D04-E620-DD0A713F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E5C67C9-B3EA-D580-CCE3-0CF46BF01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B9A28F3-6B1D-29F9-13B8-B780747C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6DEBE7F-BC6E-D9F3-0477-7F2F2A82F9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2 Marcador de contenido">
            <a:extLst>
              <a:ext uri="{FF2B5EF4-FFF2-40B4-BE49-F238E27FC236}">
                <a16:creationId xmlns:a16="http://schemas.microsoft.com/office/drawing/2014/main" id="{7B082CB6-85EB-6535-69A0-21CFC0AFB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30032"/>
            <a:ext cx="7772400" cy="2945574"/>
          </a:xfrm>
        </p:spPr>
        <p:txBody>
          <a:bodyPr anchor="ctr"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Use case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tx2"/>
                </a:solidFill>
              </a:rPr>
              <a:t>Architecture overview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Tech stack overview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Lessons learned/Recommendations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175558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40815"/>
            <a:ext cx="8229600" cy="63976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AI Business Assistant</a:t>
            </a:r>
          </a:p>
        </p:txBody>
      </p:sp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49" y="1700133"/>
            <a:ext cx="704301" cy="530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098" y="3116298"/>
            <a:ext cx="1419235" cy="800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838200" y="3997857"/>
            <a:ext cx="2403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     Chain, memory, workflow, traces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711" y="1525262"/>
            <a:ext cx="1142999" cy="763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971401"/>
            <a:ext cx="1304925" cy="1336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6 Conector recto de flecha"/>
          <p:cNvCxnSpPr/>
          <p:nvPr/>
        </p:nvCxnSpPr>
        <p:spPr>
          <a:xfrm>
            <a:off x="762000" y="2206303"/>
            <a:ext cx="914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13 Conector recto de flecha"/>
          <p:cNvCxnSpPr/>
          <p:nvPr/>
        </p:nvCxnSpPr>
        <p:spPr>
          <a:xfrm flipV="1">
            <a:off x="2514600" y="2296514"/>
            <a:ext cx="1143000" cy="8700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1066800" y="2287011"/>
            <a:ext cx="108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Query</a:t>
            </a:r>
            <a:r>
              <a:rPr lang="en-US" dirty="0"/>
              <a:t> </a:t>
            </a:r>
            <a:r>
              <a:rPr lang="en-US" sz="1200" dirty="0"/>
              <a:t>prompt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3004744" y="2831311"/>
            <a:ext cx="1667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Inject</a:t>
            </a:r>
            <a:r>
              <a:rPr lang="en-US" dirty="0"/>
              <a:t> </a:t>
            </a:r>
            <a:r>
              <a:rPr lang="en-US" sz="1200" dirty="0"/>
              <a:t>knowledge</a:t>
            </a:r>
            <a:r>
              <a:rPr lang="en-US" dirty="0"/>
              <a:t> </a:t>
            </a:r>
            <a:r>
              <a:rPr lang="en-US" sz="1200" dirty="0"/>
              <a:t>base 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0678" y="1349774"/>
            <a:ext cx="1219200" cy="1230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8" name="17 Conector recto de flecha"/>
          <p:cNvCxnSpPr>
            <a:stCxn id="8" idx="3"/>
          </p:cNvCxnSpPr>
          <p:nvPr/>
        </p:nvCxnSpPr>
        <p:spPr>
          <a:xfrm>
            <a:off x="4296710" y="1907006"/>
            <a:ext cx="7504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4832808" y="2546861"/>
            <a:ext cx="165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Semantic</a:t>
            </a:r>
            <a:r>
              <a:rPr lang="en-US" dirty="0"/>
              <a:t> </a:t>
            </a:r>
            <a:r>
              <a:rPr lang="en-US" sz="1200" dirty="0"/>
              <a:t>search</a:t>
            </a:r>
            <a:r>
              <a:rPr lang="en-US" dirty="0"/>
              <a:t> </a:t>
            </a:r>
            <a:r>
              <a:rPr lang="en-US" sz="1200" dirty="0" err="1"/>
              <a:t>Top_K</a:t>
            </a:r>
            <a:endParaRPr lang="en-US" sz="1200" dirty="0"/>
          </a:p>
        </p:txBody>
      </p:sp>
      <p:pic>
        <p:nvPicPr>
          <p:cNvPr id="23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390014"/>
            <a:ext cx="1233377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4" name="23 Conector recto de flecha"/>
          <p:cNvCxnSpPr/>
          <p:nvPr/>
        </p:nvCxnSpPr>
        <p:spPr>
          <a:xfrm>
            <a:off x="6324600" y="1893736"/>
            <a:ext cx="7504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19 CuadroTexto"/>
          <p:cNvSpPr txBox="1"/>
          <p:nvPr/>
        </p:nvSpPr>
        <p:spPr>
          <a:xfrm>
            <a:off x="5326377" y="4136356"/>
            <a:ext cx="1870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Call LLM + Query + Context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2" y="1599668"/>
            <a:ext cx="1113313" cy="606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24 CuadroTexto"/>
          <p:cNvSpPr txBox="1"/>
          <p:nvPr/>
        </p:nvSpPr>
        <p:spPr>
          <a:xfrm>
            <a:off x="3443161" y="6448425"/>
            <a:ext cx="1759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Monitoting</a:t>
            </a:r>
            <a:r>
              <a:rPr lang="en-US" sz="1200" dirty="0"/>
              <a:t>, </a:t>
            </a:r>
            <a:r>
              <a:rPr lang="en-US" sz="1200" dirty="0" err="1"/>
              <a:t>observability</a:t>
            </a:r>
            <a:endParaRPr lang="en-US" sz="1200" dirty="0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5826775"/>
            <a:ext cx="2776537" cy="65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 descr="C:\Users\anton\Downloads\muiltiagent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011" y="3971401"/>
            <a:ext cx="1289841" cy="1289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5 Conector recto de flecha"/>
          <p:cNvCxnSpPr/>
          <p:nvPr/>
        </p:nvCxnSpPr>
        <p:spPr>
          <a:xfrm>
            <a:off x="2943035" y="3814773"/>
            <a:ext cx="1000252" cy="5593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>
            <a:off x="5660278" y="4649793"/>
            <a:ext cx="1371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25 Conector recto de flecha"/>
          <p:cNvCxnSpPr/>
          <p:nvPr/>
        </p:nvCxnSpPr>
        <p:spPr>
          <a:xfrm flipH="1">
            <a:off x="5595937" y="5105400"/>
            <a:ext cx="14359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/>
          <p:nvPr/>
        </p:nvCxnSpPr>
        <p:spPr>
          <a:xfrm flipH="1" flipV="1">
            <a:off x="2743200" y="4413355"/>
            <a:ext cx="838200" cy="5396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8" name="2047 Conector recto de flecha"/>
          <p:cNvCxnSpPr/>
          <p:nvPr/>
        </p:nvCxnSpPr>
        <p:spPr>
          <a:xfrm flipH="1" flipV="1">
            <a:off x="495300" y="2395538"/>
            <a:ext cx="723900" cy="8051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305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4099" y="167191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RAG</a:t>
            </a:r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65940"/>
            <a:ext cx="1352550" cy="842963"/>
          </a:xfrm>
        </p:spPr>
      </p:pic>
      <p:sp>
        <p:nvSpPr>
          <p:cNvPr id="5" name="4 CuadroTexto"/>
          <p:cNvSpPr txBox="1"/>
          <p:nvPr/>
        </p:nvSpPr>
        <p:spPr>
          <a:xfrm>
            <a:off x="381000" y="2303617"/>
            <a:ext cx="1239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Disclosure </a:t>
            </a:r>
            <a:br>
              <a:rPr lang="en-US" dirty="0"/>
            </a:br>
            <a:r>
              <a:rPr lang="en-US" dirty="0"/>
              <a:t>Public Data</a:t>
            </a:r>
          </a:p>
        </p:txBody>
      </p:sp>
      <p:sp>
        <p:nvSpPr>
          <p:cNvPr id="14" name="13 Conector"/>
          <p:cNvSpPr/>
          <p:nvPr/>
        </p:nvSpPr>
        <p:spPr>
          <a:xfrm>
            <a:off x="5064186" y="1809518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14 CuadroTexto"/>
          <p:cNvSpPr txBox="1"/>
          <p:nvPr/>
        </p:nvSpPr>
        <p:spPr>
          <a:xfrm>
            <a:off x="5141943" y="18754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7" name="16 Conector"/>
          <p:cNvSpPr/>
          <p:nvPr/>
        </p:nvSpPr>
        <p:spPr>
          <a:xfrm>
            <a:off x="1635966" y="1723304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17 CuadroTexto"/>
          <p:cNvSpPr txBox="1"/>
          <p:nvPr/>
        </p:nvSpPr>
        <p:spPr>
          <a:xfrm>
            <a:off x="1713723" y="17944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317779"/>
            <a:ext cx="2438399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317779"/>
            <a:ext cx="1638300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19 CuadroTexto"/>
          <p:cNvSpPr txBox="1"/>
          <p:nvPr/>
        </p:nvSpPr>
        <p:spPr>
          <a:xfrm>
            <a:off x="2209799" y="2375599"/>
            <a:ext cx="1017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 into</a:t>
            </a:r>
          </a:p>
          <a:p>
            <a:r>
              <a:rPr lang="en-US" dirty="0"/>
              <a:t>Chunks</a:t>
            </a:r>
          </a:p>
        </p:txBody>
      </p:sp>
      <p:cxnSp>
        <p:nvCxnSpPr>
          <p:cNvPr id="26" name="25 Conector recto de flecha"/>
          <p:cNvCxnSpPr/>
          <p:nvPr/>
        </p:nvCxnSpPr>
        <p:spPr>
          <a:xfrm>
            <a:off x="2133600" y="1979100"/>
            <a:ext cx="1143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29 Conector recto de flecha"/>
          <p:cNvCxnSpPr/>
          <p:nvPr/>
        </p:nvCxnSpPr>
        <p:spPr>
          <a:xfrm>
            <a:off x="5600700" y="2038118"/>
            <a:ext cx="1143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26 CuadroTexto"/>
          <p:cNvSpPr txBox="1"/>
          <p:nvPr/>
        </p:nvSpPr>
        <p:spPr>
          <a:xfrm>
            <a:off x="5497846" y="2438400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</a:t>
            </a:r>
          </a:p>
        </p:txBody>
      </p:sp>
      <p:sp>
        <p:nvSpPr>
          <p:cNvPr id="37" name="36 Conector"/>
          <p:cNvSpPr/>
          <p:nvPr/>
        </p:nvSpPr>
        <p:spPr>
          <a:xfrm>
            <a:off x="7834945" y="3604529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27 CuadroTexto"/>
          <p:cNvSpPr txBox="1"/>
          <p:nvPr/>
        </p:nvSpPr>
        <p:spPr>
          <a:xfrm>
            <a:off x="7912702" y="3657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4572000"/>
            <a:ext cx="1233377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0" name="39 Conector recto de flecha"/>
          <p:cNvCxnSpPr/>
          <p:nvPr/>
        </p:nvCxnSpPr>
        <p:spPr>
          <a:xfrm>
            <a:off x="8084288" y="2946554"/>
            <a:ext cx="0" cy="657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Proceso"/>
          <p:cNvSpPr/>
          <p:nvPr/>
        </p:nvSpPr>
        <p:spPr>
          <a:xfrm>
            <a:off x="4114800" y="5181600"/>
            <a:ext cx="2476500" cy="914400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41 CuadroTexto"/>
          <p:cNvSpPr txBox="1"/>
          <p:nvPr/>
        </p:nvSpPr>
        <p:spPr>
          <a:xfrm>
            <a:off x="4388179" y="5184693"/>
            <a:ext cx="19150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  Prompt question </a:t>
            </a:r>
          </a:p>
          <a:p>
            <a:r>
              <a:rPr lang="en-US" dirty="0"/>
              <a:t>              + </a:t>
            </a:r>
          </a:p>
          <a:p>
            <a:r>
              <a:rPr lang="en-US" dirty="0"/>
              <a:t>        Context`</a:t>
            </a:r>
          </a:p>
        </p:txBody>
      </p:sp>
      <p:cxnSp>
        <p:nvCxnSpPr>
          <p:cNvPr id="46" name="45 Conector recto de flecha"/>
          <p:cNvCxnSpPr/>
          <p:nvPr/>
        </p:nvCxnSpPr>
        <p:spPr>
          <a:xfrm flipH="1">
            <a:off x="6819901" y="5943600"/>
            <a:ext cx="64769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52 Conector"/>
          <p:cNvSpPr/>
          <p:nvPr/>
        </p:nvSpPr>
        <p:spPr>
          <a:xfrm>
            <a:off x="6915150" y="5410200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53 CuadroTexto"/>
          <p:cNvSpPr txBox="1"/>
          <p:nvPr/>
        </p:nvSpPr>
        <p:spPr>
          <a:xfrm>
            <a:off x="7001826" y="5461692"/>
            <a:ext cx="370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cxnSp>
        <p:nvCxnSpPr>
          <p:cNvPr id="56" name="55 Conector recto de flecha"/>
          <p:cNvCxnSpPr/>
          <p:nvPr/>
        </p:nvCxnSpPr>
        <p:spPr>
          <a:xfrm flipH="1">
            <a:off x="3425902" y="5648120"/>
            <a:ext cx="64769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57 Conector"/>
          <p:cNvSpPr/>
          <p:nvPr/>
        </p:nvSpPr>
        <p:spPr>
          <a:xfrm>
            <a:off x="2834375" y="5461692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47 CuadroTexto"/>
          <p:cNvSpPr txBox="1"/>
          <p:nvPr/>
        </p:nvSpPr>
        <p:spPr>
          <a:xfrm>
            <a:off x="2925186" y="55186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4980048"/>
            <a:ext cx="1304925" cy="1336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48 CuadroTexto"/>
          <p:cNvSpPr txBox="1"/>
          <p:nvPr/>
        </p:nvSpPr>
        <p:spPr>
          <a:xfrm>
            <a:off x="510945" y="6321477"/>
            <a:ext cx="2243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 language model</a:t>
            </a: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489" y="3391125"/>
            <a:ext cx="867312" cy="853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4" name="63 Conector recto de flecha"/>
          <p:cNvCxnSpPr/>
          <p:nvPr/>
        </p:nvCxnSpPr>
        <p:spPr>
          <a:xfrm flipH="1">
            <a:off x="2133600" y="5697850"/>
            <a:ext cx="64769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 de flecha"/>
          <p:cNvCxnSpPr/>
          <p:nvPr/>
        </p:nvCxnSpPr>
        <p:spPr>
          <a:xfrm flipV="1">
            <a:off x="1981200" y="4267200"/>
            <a:ext cx="2092401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59 CuadroTexto"/>
          <p:cNvSpPr txBox="1"/>
          <p:nvPr/>
        </p:nvSpPr>
        <p:spPr>
          <a:xfrm>
            <a:off x="1945885" y="4304091"/>
            <a:ext cx="108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Response</a:t>
            </a:r>
          </a:p>
        </p:txBody>
      </p:sp>
      <p:sp>
        <p:nvSpPr>
          <p:cNvPr id="70" name="69 Conector"/>
          <p:cNvSpPr/>
          <p:nvPr/>
        </p:nvSpPr>
        <p:spPr>
          <a:xfrm>
            <a:off x="2270384" y="3886200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60 CuadroTexto"/>
          <p:cNvSpPr txBox="1"/>
          <p:nvPr/>
        </p:nvSpPr>
        <p:spPr>
          <a:xfrm>
            <a:off x="2348141" y="39394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950" y="4244296"/>
            <a:ext cx="704301" cy="530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3" name="72 Conector recto de flecha"/>
          <p:cNvCxnSpPr/>
          <p:nvPr/>
        </p:nvCxnSpPr>
        <p:spPr>
          <a:xfrm flipV="1">
            <a:off x="4900175" y="2775466"/>
            <a:ext cx="2092401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819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CAA25-479C-A0BF-51A0-0AF67AAB8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FED01E24-08E2-3422-B277-71FC53D77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CE5F9D-85AE-CD14-E3FD-E47FD81E0BA6}"/>
              </a:ext>
            </a:extLst>
          </p:cNvPr>
          <p:cNvSpPr txBox="1"/>
          <p:nvPr/>
        </p:nvSpPr>
        <p:spPr>
          <a:xfrm>
            <a:off x="838200" y="3752472"/>
            <a:ext cx="7039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62802524-D3F3-6DC7-2473-1B1FBC5D91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071555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4147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0B8E3-7E0E-B55D-BCA0-424EFE726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95C17F98-188A-F48A-8BBB-B87AA3CC4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D932874-352A-AD64-C8C3-E8F3396C7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ED6A1CAB-5732-4732-62D1-4684841CC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304" y="281827"/>
            <a:ext cx="7375161" cy="1066802"/>
          </a:xfrm>
        </p:spPr>
        <p:txBody>
          <a:bodyPr anchor="b">
            <a:norm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Agenda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170D2DC-FEE9-2091-F8C4-541E2185D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72C4F61-60D5-E84F-CB65-85F15042E1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FFCFACC-0F3D-5AC2-83C8-26209193E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822C78E-34AE-8393-A5B4-DE8CBAD40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D6CCC7C-520A-19F0-3414-B1E7B82D9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2 Marcador de contenido">
            <a:extLst>
              <a:ext uri="{FF2B5EF4-FFF2-40B4-BE49-F238E27FC236}">
                <a16:creationId xmlns:a16="http://schemas.microsoft.com/office/drawing/2014/main" id="{F865FC93-596F-1CF2-5071-88135FD6F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30032"/>
            <a:ext cx="7772400" cy="2945574"/>
          </a:xfrm>
        </p:spPr>
        <p:txBody>
          <a:bodyPr anchor="ctr"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Use case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Architecture overview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tx2"/>
                </a:solidFill>
              </a:rPr>
              <a:t>Tech stack overview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Lessons learned/Recommendations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107334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97816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Tech stack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66525"/>
            <a:ext cx="1113313" cy="606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891923" y="1143000"/>
            <a:ext cx="65925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/>
              <a:t>Streamlit</a:t>
            </a:r>
            <a:r>
              <a:rPr lang="en-US" sz="1600" dirty="0"/>
              <a:t> is an open-source Python framework that lets you </a:t>
            </a:r>
            <a:r>
              <a:rPr lang="en-US" sz="1600" b="1" dirty="0"/>
              <a:t>build interactive</a:t>
            </a:r>
          </a:p>
          <a:p>
            <a:pPr algn="ctr"/>
            <a:r>
              <a:rPr lang="en-US" sz="1600" b="1" dirty="0"/>
              <a:t>web apps for </a:t>
            </a:r>
            <a:r>
              <a:rPr lang="en-US" sz="1600" b="1" dirty="0" err="1"/>
              <a:t>dta</a:t>
            </a:r>
            <a:r>
              <a:rPr lang="en-US" sz="1600" b="1" dirty="0"/>
              <a:t> science, machine learning, and visualization</a:t>
            </a:r>
          </a:p>
          <a:p>
            <a:endParaRPr lang="en-US" sz="1600" b="1" dirty="0"/>
          </a:p>
          <a:p>
            <a:endParaRPr lang="en-US" sz="16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61" y="1844554"/>
            <a:ext cx="1795462" cy="398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9 CuadroTexto"/>
          <p:cNvSpPr txBox="1"/>
          <p:nvPr/>
        </p:nvSpPr>
        <p:spPr>
          <a:xfrm>
            <a:off x="1891923" y="1844554"/>
            <a:ext cx="7079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It is an </a:t>
            </a:r>
            <a:r>
              <a:rPr lang="en-US" sz="1600" b="1" dirty="0" err="1"/>
              <a:t>observability</a:t>
            </a:r>
            <a:r>
              <a:rPr lang="en-US" sz="1600" b="1" dirty="0"/>
              <a:t> and analytics dashboard for AI apps</a:t>
            </a:r>
          </a:p>
          <a:p>
            <a:pPr algn="ctr"/>
            <a:r>
              <a:rPr lang="en-US" sz="1600" dirty="0"/>
              <a:t>showing you exactly what your LLMs, chains, and agents are doing under the hood.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43" y="2514325"/>
            <a:ext cx="1619277" cy="533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10 CuadroTexto"/>
          <p:cNvSpPr txBox="1"/>
          <p:nvPr/>
        </p:nvSpPr>
        <p:spPr>
          <a:xfrm>
            <a:off x="1991644" y="2491887"/>
            <a:ext cx="6289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err="1"/>
              <a:t>LangChain</a:t>
            </a:r>
            <a:r>
              <a:rPr lang="en-US" sz="1600" dirty="0"/>
              <a:t> is an </a:t>
            </a:r>
            <a:r>
              <a:rPr lang="en-US" sz="1600" b="1" dirty="0"/>
              <a:t>open-source framework</a:t>
            </a:r>
            <a:r>
              <a:rPr lang="en-US" sz="1600" dirty="0"/>
              <a:t> designed to make </a:t>
            </a:r>
          </a:p>
          <a:p>
            <a:pPr algn="ctr"/>
            <a:r>
              <a:rPr lang="en-US" sz="1600" dirty="0"/>
              <a:t>it easier to </a:t>
            </a:r>
            <a:r>
              <a:rPr lang="en-US" sz="1600" b="1" dirty="0"/>
              <a:t>build applications powered by large language models (LLMs)</a:t>
            </a:r>
            <a:r>
              <a:rPr lang="en-US" sz="1600" dirty="0"/>
              <a:t> 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55" y="3394104"/>
            <a:ext cx="1295400" cy="715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12 Rectángulo"/>
          <p:cNvSpPr/>
          <p:nvPr/>
        </p:nvSpPr>
        <p:spPr>
          <a:xfrm>
            <a:off x="1846418" y="3436557"/>
            <a:ext cx="6934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/>
              <a:t>LangGraph</a:t>
            </a:r>
            <a:r>
              <a:rPr lang="en-US" sz="1600" dirty="0"/>
              <a:t> is an </a:t>
            </a:r>
            <a:r>
              <a:rPr lang="en-US" sz="1600" b="1" dirty="0"/>
              <a:t>open-source framework</a:t>
            </a:r>
            <a:r>
              <a:rPr lang="en-US" sz="1600" dirty="0"/>
              <a:t> for building </a:t>
            </a:r>
            <a:r>
              <a:rPr lang="en-US" sz="1600" b="1" dirty="0" err="1"/>
              <a:t>stateful</a:t>
            </a:r>
            <a:r>
              <a:rPr lang="en-US" sz="1600" b="1" dirty="0"/>
              <a:t>, multi-agent, and long-running LLM workflows</a:t>
            </a:r>
            <a:r>
              <a:rPr lang="en-US" sz="1600" dirty="0"/>
              <a:t> using a </a:t>
            </a:r>
            <a:r>
              <a:rPr lang="en-US" sz="1600" b="1" dirty="0"/>
              <a:t>graph-based architecture</a:t>
            </a:r>
            <a:r>
              <a:rPr lang="en-US" sz="1600" dirty="0"/>
              <a:t>.</a:t>
            </a: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61" y="4343400"/>
            <a:ext cx="1029429" cy="687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15 Rectángulo"/>
          <p:cNvSpPr/>
          <p:nvPr/>
        </p:nvSpPr>
        <p:spPr>
          <a:xfrm>
            <a:off x="1715738" y="4320687"/>
            <a:ext cx="69710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Titan </a:t>
            </a:r>
            <a:r>
              <a:rPr lang="en-US" sz="1600" dirty="0" err="1"/>
              <a:t>Embeddings</a:t>
            </a:r>
            <a:r>
              <a:rPr lang="en-US" sz="1600" dirty="0"/>
              <a:t> V2 is a text-embedding </a:t>
            </a:r>
            <a:r>
              <a:rPr lang="en-US" sz="1600" b="1" dirty="0"/>
              <a:t>model It converts input text (words, sentences, paragraphs, or longer documents) into high-dimensional vector </a:t>
            </a:r>
            <a:r>
              <a:rPr lang="en-US" sz="1600" b="1" dirty="0" err="1"/>
              <a:t>embeddings</a:t>
            </a:r>
            <a:r>
              <a:rPr lang="en-US" sz="1600" dirty="0"/>
              <a:t> (numerical lists) that capture semantic meaning.</a:t>
            </a: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73" y="5315498"/>
            <a:ext cx="628764" cy="1082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18 Rectángulo"/>
          <p:cNvSpPr/>
          <p:nvPr/>
        </p:nvSpPr>
        <p:spPr>
          <a:xfrm>
            <a:off x="1835847" y="5539887"/>
            <a:ext cx="6705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/>
              <a:t>Pgvector</a:t>
            </a:r>
            <a:r>
              <a:rPr lang="en-US" sz="1600" dirty="0"/>
              <a:t> is an </a:t>
            </a:r>
            <a:r>
              <a:rPr lang="en-US" sz="1600" b="1" dirty="0"/>
              <a:t>open-source </a:t>
            </a:r>
            <a:r>
              <a:rPr lang="en-US" sz="1600" b="1" dirty="0" err="1"/>
              <a:t>PostgreSQL</a:t>
            </a:r>
            <a:r>
              <a:rPr lang="en-US" sz="1600" b="1" dirty="0"/>
              <a:t> extension</a:t>
            </a:r>
            <a:r>
              <a:rPr lang="en-US" sz="1600" dirty="0"/>
              <a:t> that adds </a:t>
            </a:r>
            <a:r>
              <a:rPr lang="en-US" sz="1600" b="1" dirty="0"/>
              <a:t>vector (embedding) data types</a:t>
            </a:r>
            <a:r>
              <a:rPr lang="en-US" sz="1600" dirty="0"/>
              <a:t> and </a:t>
            </a:r>
            <a:r>
              <a:rPr lang="en-US" sz="1600" b="1" dirty="0"/>
              <a:t>similarity search capabilities</a:t>
            </a:r>
            <a:r>
              <a:rPr lang="en-US" sz="1600" dirty="0"/>
              <a:t> to </a:t>
            </a:r>
            <a:r>
              <a:rPr lang="en-US" sz="1600" dirty="0" err="1"/>
              <a:t>PostgreSQL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5748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355B12-D138-0644-2BEC-BCE1D24E4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2B512E5-2DD4-B266-3424-D5A3F0EE9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75DC323-247A-8D44-455C-4A0297A24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04109A13-B55D-8427-FDAD-ACD45EFA3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304" y="281827"/>
            <a:ext cx="7375161" cy="1066802"/>
          </a:xfrm>
        </p:spPr>
        <p:txBody>
          <a:bodyPr anchor="b">
            <a:norm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Agenda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56F802F-39EC-3EFD-2AA8-740CDFAD4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84392F5-6DFF-F45C-26DF-9F1E56E43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21F86EA-37F7-5AFD-96EA-A91627BC26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42EEFA1-7572-5F24-331D-D526EACB3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52D8217-EBEA-61D0-D648-2CCB33F9B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2 Marcador de contenido">
            <a:extLst>
              <a:ext uri="{FF2B5EF4-FFF2-40B4-BE49-F238E27FC236}">
                <a16:creationId xmlns:a16="http://schemas.microsoft.com/office/drawing/2014/main" id="{43FD6887-4431-BAA8-7CC7-61B387EB8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30032"/>
            <a:ext cx="7772400" cy="2945574"/>
          </a:xfrm>
        </p:spPr>
        <p:txBody>
          <a:bodyPr anchor="ctr"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Use case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Architecture overview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Tech stack overview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tx2"/>
                </a:solidFill>
              </a:rPr>
              <a:t>Lessons learned/Recommendations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288155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0B8E3-7E0E-B55D-BCA0-424EFE726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95C17F98-188A-F48A-8BBB-B87AA3CC4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D932874-352A-AD64-C8C3-E8F3396C7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ED6A1CAB-5732-4732-62D1-4684841CC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304" y="281827"/>
            <a:ext cx="7375161" cy="1066802"/>
          </a:xfrm>
        </p:spPr>
        <p:txBody>
          <a:bodyPr anchor="b"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</a:rPr>
              <a:t>Lessons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Learned/Recommendations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170D2DC-FEE9-2091-F8C4-541E2185D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72C4F61-60D5-E84F-CB65-85F15042E1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FFCFACC-0F3D-5AC2-83C8-26209193E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822C78E-34AE-8393-A5B4-DE8CBAD40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D6CCC7C-520A-19F0-3414-B1E7B82D9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2 Marcador de contenido">
            <a:extLst>
              <a:ext uri="{FF2B5EF4-FFF2-40B4-BE49-F238E27FC236}">
                <a16:creationId xmlns:a16="http://schemas.microsoft.com/office/drawing/2014/main" id="{F865FC93-596F-1CF2-5071-88135FD6F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81200"/>
            <a:ext cx="7772400" cy="4038600"/>
          </a:xfrm>
        </p:spPr>
        <p:txBody>
          <a:bodyPr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dirty="0">
                <a:solidFill>
                  <a:schemeClr val="tx2"/>
                </a:solidFill>
              </a:rPr>
              <a:t>1.    Start developing locally or hybrid and keep updating your   target architecture (e.g. </a:t>
            </a:r>
            <a:r>
              <a:rPr lang="en-US" sz="9600" dirty="0" err="1">
                <a:solidFill>
                  <a:schemeClr val="tx2"/>
                </a:solidFill>
              </a:rPr>
              <a:t>cloudformation</a:t>
            </a:r>
            <a:r>
              <a:rPr lang="en-US" sz="9600" dirty="0">
                <a:solidFill>
                  <a:schemeClr val="tx2"/>
                </a:solidFill>
              </a:rPr>
              <a:t> template). </a:t>
            </a:r>
          </a:p>
          <a:p>
            <a:pPr marL="0" indent="0">
              <a:buNone/>
            </a:pPr>
            <a:endParaRPr lang="en-US" sz="9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9600" dirty="0">
                <a:solidFill>
                  <a:schemeClr val="tx2"/>
                </a:solidFill>
              </a:rPr>
              <a:t>2.       Have a robust monitoring system in place.</a:t>
            </a:r>
          </a:p>
          <a:p>
            <a:pPr marL="457200" indent="-457200">
              <a:buFont typeface="+mj-lt"/>
              <a:buAutoNum type="arabicPeriod"/>
            </a:pPr>
            <a:endParaRPr lang="en-US" sz="9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9600" dirty="0">
                <a:solidFill>
                  <a:schemeClr val="tx2"/>
                </a:solidFill>
              </a:rPr>
              <a:t>3.      Go premium, starting at just 10 bucks/month! </a:t>
            </a:r>
          </a:p>
          <a:p>
            <a:pPr marL="0" indent="0">
              <a:buNone/>
            </a:pPr>
            <a:endParaRPr lang="en-US" sz="9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9600" dirty="0">
                <a:solidFill>
                  <a:schemeClr val="tx2"/>
                </a:solidFill>
              </a:rPr>
              <a:t>4.      Have a failback mechanism, degrade gracefully.</a:t>
            </a:r>
          </a:p>
          <a:p>
            <a:pPr marL="457200" indent="-457200">
              <a:buFont typeface="+mj-lt"/>
              <a:buAutoNum type="arabicPeriod"/>
            </a:pPr>
            <a:endParaRPr lang="en-US" sz="9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9600" dirty="0">
                <a:solidFill>
                  <a:schemeClr val="tx2"/>
                </a:solidFill>
              </a:rPr>
              <a:t>5.      Stay curious.</a:t>
            </a:r>
          </a:p>
          <a:p>
            <a:pPr marL="457200" indent="-457200">
              <a:buFont typeface="+mj-lt"/>
              <a:buAutoNum type="arabicPeriod"/>
            </a:pP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424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6CCA9-DDB8-ECD0-7CFE-8C225A48F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B3C7D70-8147-BED0-F571-CB738E1A3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4E0B858-E855-CBFD-9F22-0D4C21907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2194B7CC-688F-5693-8D85-0B95AD51B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304" y="281827"/>
            <a:ext cx="7375161" cy="1066802"/>
          </a:xfrm>
        </p:spPr>
        <p:txBody>
          <a:bodyPr anchor="b">
            <a:norm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Agenda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5745024-0753-14B8-F505-1F8ED26F6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243C26C-B18B-2DF1-300A-D19E8F024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112B44E-50E4-A5C1-2369-B6A43B0BB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AEDADDE-748D-88DE-18F3-555E729385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4FC8673-412B-E88B-7936-E14874DED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2 Marcador de contenido">
            <a:extLst>
              <a:ext uri="{FF2B5EF4-FFF2-40B4-BE49-F238E27FC236}">
                <a16:creationId xmlns:a16="http://schemas.microsoft.com/office/drawing/2014/main" id="{091514B4-C2D9-51E0-AB41-93E55DBE2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30032"/>
            <a:ext cx="7772400" cy="2945574"/>
          </a:xfrm>
        </p:spPr>
        <p:txBody>
          <a:bodyPr anchor="ctr"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Use case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Architecture overview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Tech stack overview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Lessons learned/Recommendations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>
                <a:solidFill>
                  <a:schemeClr val="tx2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4643480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1818</TotalTime>
  <Words>413</Words>
  <Application>Microsoft Office PowerPoint</Application>
  <PresentationFormat>On-screen Show (4:3)</PresentationFormat>
  <Paragraphs>99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Tema de Office</vt:lpstr>
      <vt:lpstr>AI Business Assistant</vt:lpstr>
      <vt:lpstr>Agenda</vt:lpstr>
      <vt:lpstr>Agenda</vt:lpstr>
      <vt:lpstr>Agenda</vt:lpstr>
      <vt:lpstr>AI Business Assistant</vt:lpstr>
      <vt:lpstr>RAG</vt:lpstr>
      <vt:lpstr>Features</vt:lpstr>
      <vt:lpstr>Agenda</vt:lpstr>
      <vt:lpstr>Tech stack</vt:lpstr>
      <vt:lpstr>Agenda</vt:lpstr>
      <vt:lpstr>Lessons Learned/Recommendations</vt:lpstr>
      <vt:lpstr>Agenda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Business Assistant</dc:title>
  <dc:creator>anton</dc:creator>
  <cp:lastModifiedBy>Claudia Lopez Rodriguez</cp:lastModifiedBy>
  <cp:revision>59</cp:revision>
  <dcterms:created xsi:type="dcterms:W3CDTF">2025-10-27T13:02:28Z</dcterms:created>
  <dcterms:modified xsi:type="dcterms:W3CDTF">2025-10-31T02:03:36Z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2025-10-29T14:23:49Z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d4495bb2-95da-46e8-a9be-17508c2f6049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Tema de Office:8</vt:lpwstr>
  </property>
  <property fmtid="{D5CDD505-2E9C-101B-9397-08002B2CF9AE}" pid="11" name="ClassificationContentMarkingFooterText">
    <vt:lpwstr>Official Use Only</vt:lpwstr>
  </property>
</Properties>
</file>